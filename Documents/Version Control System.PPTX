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jpg" ContentType="image/p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4.xml" ContentType="application/vnd.openxmlformats-officedocument.theme+xml"/>
  <Override PartName="/ppt/slideLayouts/slideLayout32.xml" ContentType="application/vnd.openxmlformats-officedocument.presentationml.slideLayout+xml"/>
  <Override PartName="/ppt/theme/theme5.xml" ContentType="application/vnd.openxmlformats-officedocument.theme+xml"/>
  <Override PartName="/ppt/slideLayouts/slideLayout33.xml" ContentType="application/vnd.openxmlformats-officedocument.presentationml.slideLayout+xml"/>
  <Override PartName="/ppt/theme/theme6.xml" ContentType="application/vnd.openxmlformats-officedocument.theme+xml"/>
  <Override PartName="/ppt/slideLayouts/slideLayout34.xml" ContentType="application/vnd.openxmlformats-officedocument.presentationml.slideLayout+xml"/>
  <Override PartName="/ppt/theme/theme7.xml" ContentType="application/vnd.openxmlformats-officedocument.theme+xml"/>
  <Override PartName="/ppt/slideLayouts/slideLayout35.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4"/>
    <p:sldMasterId id="2147483668" r:id="rId5"/>
    <p:sldMasterId id="2147483920" r:id="rId6"/>
    <p:sldMasterId id="2147483876" r:id="rId7"/>
    <p:sldMasterId id="2147483906" r:id="rId8"/>
    <p:sldMasterId id="2147483721" r:id="rId9"/>
    <p:sldMasterId id="2147483786" r:id="rId10"/>
    <p:sldMasterId id="2147483813" r:id="rId11"/>
  </p:sldMasterIdLst>
  <p:notesMasterIdLst>
    <p:notesMasterId r:id="rId22"/>
  </p:notesMasterIdLst>
  <p:handoutMasterIdLst>
    <p:handoutMasterId r:id="rId23"/>
  </p:handoutMasterIdLst>
  <p:sldIdLst>
    <p:sldId id="264" r:id="rId12"/>
    <p:sldId id="318" r:id="rId13"/>
    <p:sldId id="346" r:id="rId14"/>
    <p:sldId id="347" r:id="rId15"/>
    <p:sldId id="348" r:id="rId16"/>
    <p:sldId id="349" r:id="rId17"/>
    <p:sldId id="350" r:id="rId18"/>
    <p:sldId id="351" r:id="rId19"/>
    <p:sldId id="352" r:id="rId20"/>
    <p:sldId id="33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a Kelly" initials="DK" lastIdx="8" clrIdx="0">
    <p:extLst>
      <p:ext uri="{19B8F6BF-5375-455C-9EA6-DF929625EA0E}">
        <p15:presenceInfo xmlns:p15="http://schemas.microsoft.com/office/powerpoint/2012/main" userId="S::danak@pmgdsm.onmicrosoft.com::830babe7-c58f-4708-8b38-71242e1d7fc5" providerId="AD"/>
      </p:ext>
    </p:extLst>
  </p:cmAuthor>
  <p:cmAuthor id="2" name="Dustin Miller" initials="DM" lastIdx="1" clrIdx="1">
    <p:extLst>
      <p:ext uri="{19B8F6BF-5375-455C-9EA6-DF929625EA0E}">
        <p15:presenceInfo xmlns:p15="http://schemas.microsoft.com/office/powerpoint/2012/main" userId="9d2dd78847cd30c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E312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7"/>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0.xml"/><Relationship Id="rId7" Type="http://schemas.openxmlformats.org/officeDocument/2006/relationships/slideMaster" Target="slideMasters/slideMaster4.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8.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0C39FB-4ED6-AF4A-9536-75AF052FCB9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6A721BC-4E90-5145-8D1B-0FE25C9BB4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9186642-9004-A645-AA2D-E4E7963F7A2F}" type="datetimeFigureOut">
              <a:rPr lang="en-US" smtClean="0"/>
              <a:t>8/20/2019</a:t>
            </a:fld>
            <a:endParaRPr lang="en-US"/>
          </a:p>
        </p:txBody>
      </p:sp>
      <p:sp>
        <p:nvSpPr>
          <p:cNvPr id="4" name="Footer Placeholder 3">
            <a:extLst>
              <a:ext uri="{FF2B5EF4-FFF2-40B4-BE49-F238E27FC236}">
                <a16:creationId xmlns:a16="http://schemas.microsoft.com/office/drawing/2014/main" id="{938EBF1B-9353-F847-9AE8-0876F0F0D87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F7127B5-2AA6-2D4D-8466-850EBB7A545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7646C4-9AF2-CE40-8906-8C76005DEAF9}" type="slidenum">
              <a:rPr lang="en-US" smtClean="0"/>
              <a:t>‹#›</a:t>
            </a:fld>
            <a:endParaRPr lang="en-US"/>
          </a:p>
        </p:txBody>
      </p:sp>
    </p:spTree>
    <p:extLst>
      <p:ext uri="{BB962C8B-B14F-4D97-AF65-F5344CB8AC3E}">
        <p14:creationId xmlns:p14="http://schemas.microsoft.com/office/powerpoint/2010/main" val="19158883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33F14E-0732-B04C-BC44-2EA9AE231354}" type="datetimeFigureOut">
              <a:rPr lang="en-US" smtClean="0"/>
              <a:t>8/20/2019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ECEE80-0EBA-1341-9FD3-4CEC2E202758}" type="slidenum">
              <a:rPr lang="en-US" smtClean="0"/>
              <a:t>‹#›</a:t>
            </a:fld>
            <a:endParaRPr lang="en-US"/>
          </a:p>
        </p:txBody>
      </p:sp>
    </p:spTree>
    <p:extLst>
      <p:ext uri="{BB962C8B-B14F-4D97-AF65-F5344CB8AC3E}">
        <p14:creationId xmlns:p14="http://schemas.microsoft.com/office/powerpoint/2010/main" val="1873777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3.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Master" Target="../slideMasters/slideMaster4.xml"/><Relationship Id="rId4" Type="http://schemas.openxmlformats.org/officeDocument/2006/relationships/image" Target="../media/image20.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g"/><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Master Graph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6D45A-AB15-CA4F-B157-B74D3348AC25}"/>
              </a:ext>
            </a:extLst>
          </p:cNvPr>
          <p:cNvSpPr>
            <a:spLocks noGrp="1"/>
          </p:cNvSpPr>
          <p:nvPr>
            <p:ph type="ctrTitle" hasCustomPrompt="1"/>
          </p:nvPr>
        </p:nvSpPr>
        <p:spPr>
          <a:xfrm>
            <a:off x="6077429" y="1216057"/>
            <a:ext cx="5334000" cy="986661"/>
          </a:xfrm>
          <a:prstGeom prst="rect">
            <a:avLst/>
          </a:prstGeom>
        </p:spPr>
        <p:txBody>
          <a:bodyPr wrap="square" lIns="0" tIns="0" rIns="0" bIns="0" anchor="t" anchorCtr="0"/>
          <a:lstStyle>
            <a:lvl1pPr marL="0" marR="0" indent="0" algn="l" defTabSz="914400" rtl="0" eaLnBrk="1" fontAlgn="auto" latinLnBrk="0" hangingPunct="1">
              <a:lnSpc>
                <a:spcPct val="100000"/>
              </a:lnSpc>
              <a:spcBef>
                <a:spcPts val="0"/>
              </a:spcBef>
              <a:spcAft>
                <a:spcPts val="0"/>
              </a:spcAft>
              <a:buClrTx/>
              <a:buSzTx/>
              <a:buFontTx/>
              <a:buNone/>
              <a:tabLst/>
              <a:defRPr sz="3200" b="1" i="0">
                <a:latin typeface="Franklin Gothic Demi" panose="020B06030201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Write Your Target Text Heading Here</a:t>
            </a:r>
          </a:p>
        </p:txBody>
      </p:sp>
      <p:grpSp>
        <p:nvGrpSpPr>
          <p:cNvPr id="8" name="Group 7">
            <a:extLst>
              <a:ext uri="{FF2B5EF4-FFF2-40B4-BE49-F238E27FC236}">
                <a16:creationId xmlns:a16="http://schemas.microsoft.com/office/drawing/2014/main" id="{86D4E348-A1AA-A64F-9B1C-B486488F2236}"/>
              </a:ext>
            </a:extLst>
          </p:cNvPr>
          <p:cNvGrpSpPr/>
          <p:nvPr userDrawn="1"/>
        </p:nvGrpSpPr>
        <p:grpSpPr>
          <a:xfrm>
            <a:off x="10012101" y="4676807"/>
            <a:ext cx="1641445" cy="1837559"/>
            <a:chOff x="6586188" y="1397117"/>
            <a:chExt cx="1906229" cy="2133977"/>
          </a:xfrm>
        </p:grpSpPr>
        <p:grpSp>
          <p:nvGrpSpPr>
            <p:cNvPr id="9" name="Group 8">
              <a:extLst>
                <a:ext uri="{FF2B5EF4-FFF2-40B4-BE49-F238E27FC236}">
                  <a16:creationId xmlns:a16="http://schemas.microsoft.com/office/drawing/2014/main" id="{6D78AFF9-C30E-2D4B-9F60-4F1D6D4DC4D9}"/>
                </a:ext>
              </a:extLst>
            </p:cNvPr>
            <p:cNvGrpSpPr/>
            <p:nvPr userDrawn="1"/>
          </p:nvGrpSpPr>
          <p:grpSpPr>
            <a:xfrm>
              <a:off x="6803922" y="1397117"/>
              <a:ext cx="1477296" cy="1459357"/>
              <a:chOff x="6725264" y="973313"/>
              <a:chExt cx="1801761" cy="1779882"/>
            </a:xfrm>
          </p:grpSpPr>
          <p:sp>
            <p:nvSpPr>
              <p:cNvPr id="13" name="Rectangle 12">
                <a:extLst>
                  <a:ext uri="{FF2B5EF4-FFF2-40B4-BE49-F238E27FC236}">
                    <a16:creationId xmlns:a16="http://schemas.microsoft.com/office/drawing/2014/main" id="{6A52CB0A-D54B-8246-B38F-647A0773F283}"/>
                  </a:ext>
                </a:extLst>
              </p:cNvPr>
              <p:cNvSpPr/>
              <p:nvPr userDrawn="1"/>
            </p:nvSpPr>
            <p:spPr>
              <a:xfrm>
                <a:off x="6725264" y="973313"/>
                <a:ext cx="1801761" cy="889941"/>
              </a:xfrm>
              <a:prstGeom prst="rect">
                <a:avLst/>
              </a:prstGeom>
              <a:solidFill>
                <a:srgbClr val="EE312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4" name="Rectangle 13">
                <a:extLst>
                  <a:ext uri="{FF2B5EF4-FFF2-40B4-BE49-F238E27FC236}">
                    <a16:creationId xmlns:a16="http://schemas.microsoft.com/office/drawing/2014/main" id="{B3E040A4-862A-8946-B84B-682F1D9B79F7}"/>
                  </a:ext>
                </a:extLst>
              </p:cNvPr>
              <p:cNvSpPr/>
              <p:nvPr userDrawn="1"/>
            </p:nvSpPr>
            <p:spPr>
              <a:xfrm>
                <a:off x="6725264" y="1863254"/>
                <a:ext cx="884904" cy="889941"/>
              </a:xfrm>
              <a:prstGeom prst="rect">
                <a:avLst/>
              </a:prstGeom>
              <a:solidFill>
                <a:srgbClr val="EE312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pic>
          <p:nvPicPr>
            <p:cNvPr id="12" name="Picture 11">
              <a:extLst>
                <a:ext uri="{FF2B5EF4-FFF2-40B4-BE49-F238E27FC236}">
                  <a16:creationId xmlns:a16="http://schemas.microsoft.com/office/drawing/2014/main" id="{6D6C53D2-FC06-C047-BF80-D686D7B41F9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586188" y="2785178"/>
              <a:ext cx="1906229" cy="745916"/>
            </a:xfrm>
            <a:prstGeom prst="rect">
              <a:avLst/>
            </a:prstGeom>
          </p:spPr>
        </p:pic>
      </p:grpSp>
      <p:sp>
        <p:nvSpPr>
          <p:cNvPr id="33" name="Picture Placeholder 32">
            <a:extLst>
              <a:ext uri="{FF2B5EF4-FFF2-40B4-BE49-F238E27FC236}">
                <a16:creationId xmlns:a16="http://schemas.microsoft.com/office/drawing/2014/main" id="{6F350FDE-BF01-D145-86EF-9B891A11B6CA}"/>
              </a:ext>
            </a:extLst>
          </p:cNvPr>
          <p:cNvSpPr>
            <a:spLocks noGrp="1" noChangeAspect="1"/>
          </p:cNvSpPr>
          <p:nvPr>
            <p:ph type="pic" sz="quarter" idx="11"/>
          </p:nvPr>
        </p:nvSpPr>
        <p:spPr>
          <a:xfrm>
            <a:off x="0" y="-7576"/>
            <a:ext cx="7403655" cy="6865576"/>
          </a:xfrm>
          <a:custGeom>
            <a:avLst/>
            <a:gdLst>
              <a:gd name="connsiteX0" fmla="*/ 0 w 3106921"/>
              <a:gd name="connsiteY0" fmla="*/ 0 h 3227877"/>
              <a:gd name="connsiteX1" fmla="*/ 1253573 w 3106921"/>
              <a:gd name="connsiteY1" fmla="*/ 0 h 3227877"/>
              <a:gd name="connsiteX2" fmla="*/ 3106921 w 3106921"/>
              <a:gd name="connsiteY2" fmla="*/ 3221879 h 3227877"/>
              <a:gd name="connsiteX3" fmla="*/ 0 w 3106921"/>
              <a:gd name="connsiteY3" fmla="*/ 3227877 h 3227877"/>
              <a:gd name="connsiteX0" fmla="*/ 0 w 3106921"/>
              <a:gd name="connsiteY0" fmla="*/ 0 h 3227877"/>
              <a:gd name="connsiteX1" fmla="*/ 1621790 w 3106921"/>
              <a:gd name="connsiteY1" fmla="*/ 0 h 3227877"/>
              <a:gd name="connsiteX2" fmla="*/ 3106921 w 3106921"/>
              <a:gd name="connsiteY2" fmla="*/ 3221879 h 3227877"/>
              <a:gd name="connsiteX3" fmla="*/ 0 w 3106921"/>
              <a:gd name="connsiteY3" fmla="*/ 3227877 h 3227877"/>
              <a:gd name="connsiteX4" fmla="*/ 0 w 3106921"/>
              <a:gd name="connsiteY4" fmla="*/ 0 h 3227877"/>
              <a:gd name="connsiteX0" fmla="*/ 0 w 3484702"/>
              <a:gd name="connsiteY0" fmla="*/ 0 h 3231443"/>
              <a:gd name="connsiteX1" fmla="*/ 1621790 w 3484702"/>
              <a:gd name="connsiteY1" fmla="*/ 0 h 3231443"/>
              <a:gd name="connsiteX2" fmla="*/ 3484702 w 3484702"/>
              <a:gd name="connsiteY2" fmla="*/ 3231443 h 3231443"/>
              <a:gd name="connsiteX3" fmla="*/ 0 w 3484702"/>
              <a:gd name="connsiteY3" fmla="*/ 3227877 h 3231443"/>
              <a:gd name="connsiteX4" fmla="*/ 0 w 3484702"/>
              <a:gd name="connsiteY4" fmla="*/ 0 h 323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4702" h="3231443">
                <a:moveTo>
                  <a:pt x="0" y="0"/>
                </a:moveTo>
                <a:lnTo>
                  <a:pt x="1621790" y="0"/>
                </a:lnTo>
                <a:lnTo>
                  <a:pt x="3484702" y="3231443"/>
                </a:lnTo>
                <a:lnTo>
                  <a:pt x="0" y="3227877"/>
                </a:lnTo>
                <a:lnTo>
                  <a:pt x="0" y="0"/>
                </a:lnTo>
                <a:close/>
              </a:path>
            </a:pathLst>
          </a:custGeom>
          <a:blipFill dpi="0" rotWithShape="1">
            <a:blip r:embed="rId3" cstate="screen">
              <a:extLst>
                <a:ext uri="{28A0092B-C50C-407E-A947-70E740481C1C}">
                  <a14:useLocalDpi xmlns:a14="http://schemas.microsoft.com/office/drawing/2010/main"/>
                </a:ext>
              </a:extLst>
            </a:blip>
            <a:srcRect/>
            <a:stretch>
              <a:fillRect/>
            </a:stretch>
          </a:blipFill>
          <a:ln>
            <a:noFill/>
          </a:ln>
        </p:spPr>
        <p:txBody>
          <a:bodyPr wrap="square" anchor="ctr">
            <a:noAutofit/>
          </a:bodyPr>
          <a:lstStyle>
            <a:lvl1pPr marL="0" indent="0" algn="ctr">
              <a:buNone/>
              <a:defRPr sz="800">
                <a:solidFill>
                  <a:schemeClr val="bg1"/>
                </a:solidFill>
              </a:defRPr>
            </a:lvl1pPr>
          </a:lstStyle>
          <a:p>
            <a:endParaRPr lang="en-US"/>
          </a:p>
        </p:txBody>
      </p:sp>
      <p:sp>
        <p:nvSpPr>
          <p:cNvPr id="15" name="Subtitle 2">
            <a:extLst>
              <a:ext uri="{FF2B5EF4-FFF2-40B4-BE49-F238E27FC236}">
                <a16:creationId xmlns:a16="http://schemas.microsoft.com/office/drawing/2014/main" id="{D6A799B7-2265-F14E-880E-FE3978A2F0C9}"/>
              </a:ext>
            </a:extLst>
          </p:cNvPr>
          <p:cNvSpPr>
            <a:spLocks noGrp="1"/>
          </p:cNvSpPr>
          <p:nvPr>
            <p:ph type="subTitle" idx="1" hasCustomPrompt="1"/>
          </p:nvPr>
        </p:nvSpPr>
        <p:spPr>
          <a:xfrm>
            <a:off x="6077429" y="2968690"/>
            <a:ext cx="5334000" cy="642305"/>
          </a:xfrm>
          <a:prstGeom prst="rect">
            <a:avLst/>
          </a:prstGeom>
        </p:spPr>
        <p:txBody>
          <a:bodyPr lIns="0" tIns="0" rIns="0" bIns="0"/>
          <a:lstStyle>
            <a:lvl1pPr marL="0" indent="0" algn="l">
              <a:buNone/>
              <a:defRPr sz="1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PRESENTED BY: NAME HERE</a:t>
            </a:r>
            <a:br>
              <a:rPr lang="en-US"/>
            </a:br>
            <a:r>
              <a:rPr lang="en-US"/>
              <a:t>DATE</a:t>
            </a:r>
          </a:p>
        </p:txBody>
      </p:sp>
      <p:sp>
        <p:nvSpPr>
          <p:cNvPr id="16" name="Text Placeholder 4">
            <a:extLst>
              <a:ext uri="{FF2B5EF4-FFF2-40B4-BE49-F238E27FC236}">
                <a16:creationId xmlns:a16="http://schemas.microsoft.com/office/drawing/2014/main" id="{DB6420F0-2152-C643-B35A-943EC443E640}"/>
              </a:ext>
            </a:extLst>
          </p:cNvPr>
          <p:cNvSpPr>
            <a:spLocks noGrp="1"/>
          </p:cNvSpPr>
          <p:nvPr>
            <p:ph type="body" sz="quarter" idx="14" hasCustomPrompt="1"/>
          </p:nvPr>
        </p:nvSpPr>
        <p:spPr>
          <a:xfrm>
            <a:off x="6077430" y="2400186"/>
            <a:ext cx="5334000" cy="219600"/>
          </a:xfrm>
          <a:prstGeom prst="rect">
            <a:avLst/>
          </a:prstGeom>
        </p:spPr>
        <p:txBody>
          <a:bodyPr lIns="0" tIns="0" rIns="0" bIns="0"/>
          <a:lstStyle>
            <a:lvl1pPr marL="0" indent="0">
              <a:buNone/>
              <a:defRPr sz="1800">
                <a:solidFill>
                  <a:schemeClr val="bg1">
                    <a:lumMod val="50000"/>
                  </a:schemeClr>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a:t>Edit Subtitle Text If Any</a:t>
            </a:r>
          </a:p>
        </p:txBody>
      </p:sp>
      <p:sp>
        <p:nvSpPr>
          <p:cNvPr id="17" name="Freeform 16">
            <a:extLst>
              <a:ext uri="{FF2B5EF4-FFF2-40B4-BE49-F238E27FC236}">
                <a16:creationId xmlns:a16="http://schemas.microsoft.com/office/drawing/2014/main" id="{4EFECDD5-3746-3E49-8C2C-E9C630FA4A02}"/>
              </a:ext>
            </a:extLst>
          </p:cNvPr>
          <p:cNvSpPr/>
          <p:nvPr userDrawn="1"/>
        </p:nvSpPr>
        <p:spPr>
          <a:xfrm>
            <a:off x="3445045" y="0"/>
            <a:ext cx="4247677" cy="6858000"/>
          </a:xfrm>
          <a:custGeom>
            <a:avLst/>
            <a:gdLst>
              <a:gd name="connsiteX0" fmla="*/ 0 w 4247677"/>
              <a:gd name="connsiteY0" fmla="*/ 0 h 6858000"/>
              <a:gd name="connsiteX1" fmla="*/ 288209 w 4247677"/>
              <a:gd name="connsiteY1" fmla="*/ 0 h 6858000"/>
              <a:gd name="connsiteX2" fmla="*/ 4247677 w 4247677"/>
              <a:gd name="connsiteY2" fmla="*/ 6858000 h 6858000"/>
              <a:gd name="connsiteX3" fmla="*/ 3959468 w 424767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47677" h="6858000">
                <a:moveTo>
                  <a:pt x="0" y="0"/>
                </a:moveTo>
                <a:lnTo>
                  <a:pt x="288209" y="0"/>
                </a:lnTo>
                <a:lnTo>
                  <a:pt x="4247677" y="6858000"/>
                </a:lnTo>
                <a:lnTo>
                  <a:pt x="3959468" y="6858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69575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EDE3C-F643-C742-8D03-07156ACFB236}"/>
              </a:ext>
            </a:extLst>
          </p:cNvPr>
          <p:cNvSpPr>
            <a:spLocks noGrp="1"/>
          </p:cNvSpPr>
          <p:nvPr>
            <p:ph type="title" hasCustomPrompt="1"/>
          </p:nvPr>
        </p:nvSpPr>
        <p:spPr>
          <a:xfrm>
            <a:off x="1800000" y="4792391"/>
            <a:ext cx="8355582" cy="416910"/>
          </a:xfrm>
          <a:prstGeom prst="rect">
            <a:avLst/>
          </a:prstGeom>
        </p:spPr>
        <p:txBody>
          <a:bodyPr lIns="0" tIns="0" rIns="0" bIns="0"/>
          <a:lstStyle>
            <a:lvl1pPr>
              <a:defRPr sz="3200" b="1" i="0">
                <a:latin typeface="Franklin Gothic Demi" panose="020B0603020102020204" pitchFamily="34" charset="0"/>
              </a:defRPr>
            </a:lvl1pPr>
          </a:lstStyle>
          <a:p>
            <a:r>
              <a:rPr lang="en-US"/>
              <a:t>Click To Edit Title</a:t>
            </a:r>
          </a:p>
        </p:txBody>
      </p:sp>
      <p:sp>
        <p:nvSpPr>
          <p:cNvPr id="3" name="Content Placeholder 2">
            <a:extLst>
              <a:ext uri="{FF2B5EF4-FFF2-40B4-BE49-F238E27FC236}">
                <a16:creationId xmlns:a16="http://schemas.microsoft.com/office/drawing/2014/main" id="{1C7775D6-2931-094F-976A-F10FDA2078B2}"/>
              </a:ext>
            </a:extLst>
          </p:cNvPr>
          <p:cNvSpPr>
            <a:spLocks noGrp="1"/>
          </p:cNvSpPr>
          <p:nvPr>
            <p:ph idx="1" hasCustomPrompt="1"/>
          </p:nvPr>
        </p:nvSpPr>
        <p:spPr>
          <a:xfrm>
            <a:off x="1799999" y="5899451"/>
            <a:ext cx="8355581" cy="270000"/>
          </a:xfrm>
          <a:prstGeom prst="rect">
            <a:avLst/>
          </a:prstGeom>
        </p:spPr>
        <p:txBody>
          <a:bodyPr lIns="0" tIns="46800" rIns="0" bIns="0"/>
          <a:lstStyle>
            <a:lvl1pPr marL="0" indent="0">
              <a:buNone/>
              <a:defRPr sz="1400">
                <a:solidFill>
                  <a:schemeClr val="bg1">
                    <a:lumMod val="50000"/>
                  </a:schemeClr>
                </a:solidFill>
              </a:defRPr>
            </a:lvl1pPr>
          </a:lstStyle>
          <a:p>
            <a:pPr lvl="0"/>
            <a:r>
              <a:rPr lang="en-US"/>
              <a:t>LOCATION</a:t>
            </a:r>
          </a:p>
        </p:txBody>
      </p:sp>
      <p:sp>
        <p:nvSpPr>
          <p:cNvPr id="8" name="Text Placeholder 7">
            <a:extLst>
              <a:ext uri="{FF2B5EF4-FFF2-40B4-BE49-F238E27FC236}">
                <a16:creationId xmlns:a16="http://schemas.microsoft.com/office/drawing/2014/main" id="{10663C58-121C-B341-87A2-B9A8B66F383E}"/>
              </a:ext>
            </a:extLst>
          </p:cNvPr>
          <p:cNvSpPr>
            <a:spLocks noGrp="1"/>
          </p:cNvSpPr>
          <p:nvPr>
            <p:ph type="body" sz="quarter" idx="10" hasCustomPrompt="1"/>
          </p:nvPr>
        </p:nvSpPr>
        <p:spPr>
          <a:xfrm>
            <a:off x="1800000" y="6248019"/>
            <a:ext cx="8367713" cy="235658"/>
          </a:xfrm>
          <a:prstGeom prst="rect">
            <a:avLst/>
          </a:prstGeom>
        </p:spPr>
        <p:txBody>
          <a:bodyPr lIns="0" tIns="46800" rIns="0" bIns="0"/>
          <a:lstStyle>
            <a:lvl1pPr marL="0" indent="0">
              <a:buNone/>
              <a:defRPr sz="1400">
                <a:solidFill>
                  <a:schemeClr val="bg1">
                    <a:lumMod val="50000"/>
                  </a:schemeClr>
                </a:solidFill>
              </a:defRPr>
            </a:lvl1pPr>
            <a:lvl2pPr marL="457200" indent="0">
              <a:buNone/>
              <a:defRPr>
                <a:solidFill>
                  <a:schemeClr val="bg1">
                    <a:lumMod val="50000"/>
                  </a:schemeClr>
                </a:solidFill>
              </a:defRPr>
            </a:lvl2pPr>
            <a:lvl3pPr marL="914400" indent="0">
              <a:buNone/>
              <a:defRPr>
                <a:solidFill>
                  <a:schemeClr val="bg1">
                    <a:lumMod val="50000"/>
                  </a:schemeClr>
                </a:solidFill>
              </a:defRPr>
            </a:lvl3pPr>
            <a:lvl4pPr marL="1371600" indent="0">
              <a:buNone/>
              <a:defRPr>
                <a:solidFill>
                  <a:schemeClr val="bg1">
                    <a:lumMod val="50000"/>
                  </a:schemeClr>
                </a:solidFill>
              </a:defRPr>
            </a:lvl4pPr>
            <a:lvl5pPr marL="1828800" indent="0">
              <a:buNone/>
              <a:defRPr>
                <a:solidFill>
                  <a:schemeClr val="bg1">
                    <a:lumMod val="50000"/>
                  </a:schemeClr>
                </a:solidFill>
              </a:defRPr>
            </a:lvl5pPr>
          </a:lstStyle>
          <a:p>
            <a:pPr lvl="0"/>
            <a:r>
              <a:rPr lang="en-US"/>
              <a:t>DATE</a:t>
            </a:r>
          </a:p>
        </p:txBody>
      </p:sp>
      <p:sp>
        <p:nvSpPr>
          <p:cNvPr id="9" name="Triangle 8">
            <a:extLst>
              <a:ext uri="{FF2B5EF4-FFF2-40B4-BE49-F238E27FC236}">
                <a16:creationId xmlns:a16="http://schemas.microsoft.com/office/drawing/2014/main" id="{5E6B2A08-1FCB-9B43-B9D7-88DBA6640367}"/>
              </a:ext>
            </a:extLst>
          </p:cNvPr>
          <p:cNvSpPr/>
          <p:nvPr userDrawn="1"/>
        </p:nvSpPr>
        <p:spPr>
          <a:xfrm>
            <a:off x="0" y="4383911"/>
            <a:ext cx="1447800" cy="2474089"/>
          </a:xfrm>
          <a:custGeom>
            <a:avLst/>
            <a:gdLst>
              <a:gd name="connsiteX0" fmla="*/ 0 w 1545771"/>
              <a:gd name="connsiteY0" fmla="*/ 1284514 h 1284514"/>
              <a:gd name="connsiteX1" fmla="*/ 772886 w 1545771"/>
              <a:gd name="connsiteY1" fmla="*/ 0 h 1284514"/>
              <a:gd name="connsiteX2" fmla="*/ 1545771 w 1545771"/>
              <a:gd name="connsiteY2" fmla="*/ 1284514 h 1284514"/>
              <a:gd name="connsiteX3" fmla="*/ 0 w 1545771"/>
              <a:gd name="connsiteY3" fmla="*/ 1284514 h 1284514"/>
              <a:gd name="connsiteX0" fmla="*/ 0 w 1545771"/>
              <a:gd name="connsiteY0" fmla="*/ 1469571 h 1469571"/>
              <a:gd name="connsiteX1" fmla="*/ 0 w 1545771"/>
              <a:gd name="connsiteY1" fmla="*/ 0 h 1469571"/>
              <a:gd name="connsiteX2" fmla="*/ 1545771 w 1545771"/>
              <a:gd name="connsiteY2" fmla="*/ 1469571 h 1469571"/>
              <a:gd name="connsiteX3" fmla="*/ 0 w 1545771"/>
              <a:gd name="connsiteY3" fmla="*/ 1469571 h 1469571"/>
              <a:gd name="connsiteX0" fmla="*/ 0 w 783771"/>
              <a:gd name="connsiteY0" fmla="*/ 1469571 h 1469571"/>
              <a:gd name="connsiteX1" fmla="*/ 0 w 783771"/>
              <a:gd name="connsiteY1" fmla="*/ 0 h 1469571"/>
              <a:gd name="connsiteX2" fmla="*/ 783771 w 783771"/>
              <a:gd name="connsiteY2" fmla="*/ 1469571 h 1469571"/>
              <a:gd name="connsiteX3" fmla="*/ 0 w 783771"/>
              <a:gd name="connsiteY3" fmla="*/ 1469571 h 1469571"/>
              <a:gd name="connsiteX0" fmla="*/ 0 w 859971"/>
              <a:gd name="connsiteY0" fmla="*/ 1469571 h 1469571"/>
              <a:gd name="connsiteX1" fmla="*/ 0 w 859971"/>
              <a:gd name="connsiteY1" fmla="*/ 0 h 1469571"/>
              <a:gd name="connsiteX2" fmla="*/ 859971 w 859971"/>
              <a:gd name="connsiteY2" fmla="*/ 1469571 h 1469571"/>
              <a:gd name="connsiteX3" fmla="*/ 0 w 859971"/>
              <a:gd name="connsiteY3" fmla="*/ 1469571 h 1469571"/>
            </a:gdLst>
            <a:ahLst/>
            <a:cxnLst>
              <a:cxn ang="0">
                <a:pos x="connsiteX0" y="connsiteY0"/>
              </a:cxn>
              <a:cxn ang="0">
                <a:pos x="connsiteX1" y="connsiteY1"/>
              </a:cxn>
              <a:cxn ang="0">
                <a:pos x="connsiteX2" y="connsiteY2"/>
              </a:cxn>
              <a:cxn ang="0">
                <a:pos x="connsiteX3" y="connsiteY3"/>
              </a:cxn>
            </a:cxnLst>
            <a:rect l="l" t="t" r="r" b="b"/>
            <a:pathLst>
              <a:path w="859971" h="1469571">
                <a:moveTo>
                  <a:pt x="0" y="1469571"/>
                </a:moveTo>
                <a:lnTo>
                  <a:pt x="0" y="0"/>
                </a:lnTo>
                <a:lnTo>
                  <a:pt x="859971" y="1469571"/>
                </a:lnTo>
                <a:lnTo>
                  <a:pt x="0" y="146957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icture Placeholder 12">
            <a:extLst>
              <a:ext uri="{FF2B5EF4-FFF2-40B4-BE49-F238E27FC236}">
                <a16:creationId xmlns:a16="http://schemas.microsoft.com/office/drawing/2014/main" id="{86F2A4DF-CD0E-6D4F-83C8-BC9B7102D923}"/>
              </a:ext>
            </a:extLst>
          </p:cNvPr>
          <p:cNvSpPr>
            <a:spLocks noGrp="1"/>
          </p:cNvSpPr>
          <p:nvPr>
            <p:ph type="pic" sz="quarter" idx="11"/>
          </p:nvPr>
        </p:nvSpPr>
        <p:spPr>
          <a:xfrm>
            <a:off x="-3" y="-1"/>
            <a:ext cx="9835600" cy="4387860"/>
          </a:xfrm>
          <a:custGeom>
            <a:avLst/>
            <a:gdLst>
              <a:gd name="connsiteX0" fmla="*/ 0 w 9835600"/>
              <a:gd name="connsiteY0" fmla="*/ 0 h 4387860"/>
              <a:gd name="connsiteX1" fmla="*/ 4643121 w 9835600"/>
              <a:gd name="connsiteY1" fmla="*/ 0 h 4387860"/>
              <a:gd name="connsiteX2" fmla="*/ 4643121 w 9835600"/>
              <a:gd name="connsiteY2" fmla="*/ 1116 h 4387860"/>
              <a:gd name="connsiteX3" fmla="*/ 7299857 w 9835600"/>
              <a:gd name="connsiteY3" fmla="*/ 5442 h 4387860"/>
              <a:gd name="connsiteX4" fmla="*/ 9835600 w 9835600"/>
              <a:gd name="connsiteY4" fmla="*/ 4387282 h 4387860"/>
              <a:gd name="connsiteX5" fmla="*/ 4643122 w 9835600"/>
              <a:gd name="connsiteY5" fmla="*/ 4387847 h 4387860"/>
              <a:gd name="connsiteX6" fmla="*/ 4643122 w 9835600"/>
              <a:gd name="connsiteY6" fmla="*/ 4387860 h 4387860"/>
              <a:gd name="connsiteX7" fmla="*/ 4521141 w 9835600"/>
              <a:gd name="connsiteY7" fmla="*/ 4387860 h 4387860"/>
              <a:gd name="connsiteX8" fmla="*/ 2 w 9835600"/>
              <a:gd name="connsiteY8" fmla="*/ 4387860 h 4387860"/>
              <a:gd name="connsiteX9" fmla="*/ 2 w 9835600"/>
              <a:gd name="connsiteY9" fmla="*/ 2090057 h 4387860"/>
              <a:gd name="connsiteX10" fmla="*/ 0 w 9835600"/>
              <a:gd name="connsiteY10" fmla="*/ 2090057 h 4387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35600" h="4387860">
                <a:moveTo>
                  <a:pt x="0" y="0"/>
                </a:moveTo>
                <a:lnTo>
                  <a:pt x="4643121" y="0"/>
                </a:lnTo>
                <a:lnTo>
                  <a:pt x="4643121" y="1116"/>
                </a:lnTo>
                <a:lnTo>
                  <a:pt x="7299857" y="5442"/>
                </a:lnTo>
                <a:lnTo>
                  <a:pt x="9835600" y="4387282"/>
                </a:lnTo>
                <a:lnTo>
                  <a:pt x="4643122" y="4387847"/>
                </a:lnTo>
                <a:lnTo>
                  <a:pt x="4643122" y="4387860"/>
                </a:lnTo>
                <a:lnTo>
                  <a:pt x="4521141" y="4387860"/>
                </a:lnTo>
                <a:lnTo>
                  <a:pt x="2" y="4387860"/>
                </a:lnTo>
                <a:lnTo>
                  <a:pt x="2" y="2090057"/>
                </a:lnTo>
                <a:lnTo>
                  <a:pt x="0" y="2090057"/>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txBody>
          <a:bodyPr wrap="square" anchor="ctr">
            <a:noAutofit/>
          </a:bodyPr>
          <a:lstStyle>
            <a:lvl1pPr marL="0" indent="0" algn="ctr">
              <a:buNone/>
              <a:defRPr sz="800">
                <a:solidFill>
                  <a:schemeClr val="bg1"/>
                </a:solidFill>
              </a:defRPr>
            </a:lvl1pPr>
          </a:lstStyle>
          <a:p>
            <a:endParaRPr lang="en-US"/>
          </a:p>
        </p:txBody>
      </p:sp>
      <p:sp>
        <p:nvSpPr>
          <p:cNvPr id="5" name="Text Placeholder 4">
            <a:extLst>
              <a:ext uri="{FF2B5EF4-FFF2-40B4-BE49-F238E27FC236}">
                <a16:creationId xmlns:a16="http://schemas.microsoft.com/office/drawing/2014/main" id="{9D763366-D8A7-5546-9305-2803D01BBE43}"/>
              </a:ext>
            </a:extLst>
          </p:cNvPr>
          <p:cNvSpPr>
            <a:spLocks noGrp="1"/>
          </p:cNvSpPr>
          <p:nvPr>
            <p:ph type="body" sz="quarter" idx="14" hasCustomPrompt="1"/>
          </p:nvPr>
        </p:nvSpPr>
        <p:spPr>
          <a:xfrm>
            <a:off x="1787868" y="5332772"/>
            <a:ext cx="8367713" cy="270000"/>
          </a:xfrm>
          <a:prstGeom prst="rect">
            <a:avLst/>
          </a:prstGeom>
        </p:spPr>
        <p:txBody>
          <a:bodyPr lIns="0" tIns="0" rIns="0" bIns="0"/>
          <a:lstStyle>
            <a:lvl1pPr marL="0" indent="0">
              <a:buNone/>
              <a:defRPr sz="1800">
                <a:solidFill>
                  <a:schemeClr val="bg1">
                    <a:lumMod val="50000"/>
                  </a:schemeClr>
                </a:solidFill>
              </a:defRPr>
            </a:lvl1pPr>
            <a:lvl2pPr marL="457200" indent="0">
              <a:buNone/>
              <a:defRPr sz="1200">
                <a:solidFill>
                  <a:schemeClr val="bg1">
                    <a:lumMod val="50000"/>
                  </a:schemeClr>
                </a:solidFill>
              </a:defRPr>
            </a:lvl2pPr>
            <a:lvl3pPr marL="914400" indent="0">
              <a:buNone/>
              <a:defRPr sz="1200">
                <a:solidFill>
                  <a:schemeClr val="bg1">
                    <a:lumMod val="50000"/>
                  </a:schemeClr>
                </a:solidFill>
              </a:defRPr>
            </a:lvl3pPr>
            <a:lvl4pPr marL="1371600" indent="0">
              <a:buNone/>
              <a:defRPr sz="1200">
                <a:solidFill>
                  <a:schemeClr val="bg1">
                    <a:lumMod val="50000"/>
                  </a:schemeClr>
                </a:solidFill>
              </a:defRPr>
            </a:lvl4pPr>
            <a:lvl5pPr marL="1828800" indent="0">
              <a:buNone/>
              <a:defRPr sz="1200">
                <a:solidFill>
                  <a:schemeClr val="bg1">
                    <a:lumMod val="50000"/>
                  </a:schemeClr>
                </a:solidFill>
              </a:defRPr>
            </a:lvl5pPr>
          </a:lstStyle>
          <a:p>
            <a:pPr lvl="0"/>
            <a:r>
              <a:rPr lang="en-US"/>
              <a:t>Click to Edit Subtitle Text If Any</a:t>
            </a:r>
          </a:p>
        </p:txBody>
      </p:sp>
    </p:spTree>
    <p:extLst>
      <p:ext uri="{BB962C8B-B14F-4D97-AF65-F5344CB8AC3E}">
        <p14:creationId xmlns:p14="http://schemas.microsoft.com/office/powerpoint/2010/main" val="4249294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Page Number">
    <p:spTree>
      <p:nvGrpSpPr>
        <p:cNvPr id="1" name=""/>
        <p:cNvGrpSpPr/>
        <p:nvPr/>
      </p:nvGrpSpPr>
      <p:grpSpPr>
        <a:xfrm>
          <a:off x="0" y="0"/>
          <a:ext cx="0" cy="0"/>
          <a:chOff x="0" y="0"/>
          <a:chExt cx="0" cy="0"/>
        </a:xfrm>
      </p:grpSpPr>
      <p:sp>
        <p:nvSpPr>
          <p:cNvPr id="9" name="Triangle 8">
            <a:extLst>
              <a:ext uri="{FF2B5EF4-FFF2-40B4-BE49-F238E27FC236}">
                <a16:creationId xmlns:a16="http://schemas.microsoft.com/office/drawing/2014/main" id="{5E6B2A08-1FCB-9B43-B9D7-88DBA6640367}"/>
              </a:ext>
            </a:extLst>
          </p:cNvPr>
          <p:cNvSpPr/>
          <p:nvPr userDrawn="1"/>
        </p:nvSpPr>
        <p:spPr>
          <a:xfrm>
            <a:off x="0" y="4383911"/>
            <a:ext cx="1447800" cy="2474089"/>
          </a:xfrm>
          <a:custGeom>
            <a:avLst/>
            <a:gdLst>
              <a:gd name="connsiteX0" fmla="*/ 0 w 1545771"/>
              <a:gd name="connsiteY0" fmla="*/ 1284514 h 1284514"/>
              <a:gd name="connsiteX1" fmla="*/ 772886 w 1545771"/>
              <a:gd name="connsiteY1" fmla="*/ 0 h 1284514"/>
              <a:gd name="connsiteX2" fmla="*/ 1545771 w 1545771"/>
              <a:gd name="connsiteY2" fmla="*/ 1284514 h 1284514"/>
              <a:gd name="connsiteX3" fmla="*/ 0 w 1545771"/>
              <a:gd name="connsiteY3" fmla="*/ 1284514 h 1284514"/>
              <a:gd name="connsiteX0" fmla="*/ 0 w 1545771"/>
              <a:gd name="connsiteY0" fmla="*/ 1469571 h 1469571"/>
              <a:gd name="connsiteX1" fmla="*/ 0 w 1545771"/>
              <a:gd name="connsiteY1" fmla="*/ 0 h 1469571"/>
              <a:gd name="connsiteX2" fmla="*/ 1545771 w 1545771"/>
              <a:gd name="connsiteY2" fmla="*/ 1469571 h 1469571"/>
              <a:gd name="connsiteX3" fmla="*/ 0 w 1545771"/>
              <a:gd name="connsiteY3" fmla="*/ 1469571 h 1469571"/>
              <a:gd name="connsiteX0" fmla="*/ 0 w 783771"/>
              <a:gd name="connsiteY0" fmla="*/ 1469571 h 1469571"/>
              <a:gd name="connsiteX1" fmla="*/ 0 w 783771"/>
              <a:gd name="connsiteY1" fmla="*/ 0 h 1469571"/>
              <a:gd name="connsiteX2" fmla="*/ 783771 w 783771"/>
              <a:gd name="connsiteY2" fmla="*/ 1469571 h 1469571"/>
              <a:gd name="connsiteX3" fmla="*/ 0 w 783771"/>
              <a:gd name="connsiteY3" fmla="*/ 1469571 h 1469571"/>
              <a:gd name="connsiteX0" fmla="*/ 0 w 859971"/>
              <a:gd name="connsiteY0" fmla="*/ 1469571 h 1469571"/>
              <a:gd name="connsiteX1" fmla="*/ 0 w 859971"/>
              <a:gd name="connsiteY1" fmla="*/ 0 h 1469571"/>
              <a:gd name="connsiteX2" fmla="*/ 859971 w 859971"/>
              <a:gd name="connsiteY2" fmla="*/ 1469571 h 1469571"/>
              <a:gd name="connsiteX3" fmla="*/ 0 w 859971"/>
              <a:gd name="connsiteY3" fmla="*/ 1469571 h 1469571"/>
            </a:gdLst>
            <a:ahLst/>
            <a:cxnLst>
              <a:cxn ang="0">
                <a:pos x="connsiteX0" y="connsiteY0"/>
              </a:cxn>
              <a:cxn ang="0">
                <a:pos x="connsiteX1" y="connsiteY1"/>
              </a:cxn>
              <a:cxn ang="0">
                <a:pos x="connsiteX2" y="connsiteY2"/>
              </a:cxn>
              <a:cxn ang="0">
                <a:pos x="connsiteX3" y="connsiteY3"/>
              </a:cxn>
            </a:cxnLst>
            <a:rect l="l" t="t" r="r" b="b"/>
            <a:pathLst>
              <a:path w="859971" h="1469571">
                <a:moveTo>
                  <a:pt x="0" y="1469571"/>
                </a:moveTo>
                <a:lnTo>
                  <a:pt x="0" y="0"/>
                </a:lnTo>
                <a:lnTo>
                  <a:pt x="859971" y="1469571"/>
                </a:lnTo>
                <a:lnTo>
                  <a:pt x="0" y="146957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icture Placeholder 12">
            <a:extLst>
              <a:ext uri="{FF2B5EF4-FFF2-40B4-BE49-F238E27FC236}">
                <a16:creationId xmlns:a16="http://schemas.microsoft.com/office/drawing/2014/main" id="{86F2A4DF-CD0E-6D4F-83C8-BC9B7102D923}"/>
              </a:ext>
            </a:extLst>
          </p:cNvPr>
          <p:cNvSpPr>
            <a:spLocks noGrp="1"/>
          </p:cNvSpPr>
          <p:nvPr>
            <p:ph type="pic" sz="quarter" idx="11"/>
          </p:nvPr>
        </p:nvSpPr>
        <p:spPr>
          <a:xfrm>
            <a:off x="-3" y="-1"/>
            <a:ext cx="9835600" cy="4387860"/>
          </a:xfrm>
          <a:custGeom>
            <a:avLst/>
            <a:gdLst>
              <a:gd name="connsiteX0" fmla="*/ 0 w 9835600"/>
              <a:gd name="connsiteY0" fmla="*/ 0 h 4387860"/>
              <a:gd name="connsiteX1" fmla="*/ 4643121 w 9835600"/>
              <a:gd name="connsiteY1" fmla="*/ 0 h 4387860"/>
              <a:gd name="connsiteX2" fmla="*/ 4643121 w 9835600"/>
              <a:gd name="connsiteY2" fmla="*/ 1116 h 4387860"/>
              <a:gd name="connsiteX3" fmla="*/ 7299857 w 9835600"/>
              <a:gd name="connsiteY3" fmla="*/ 5442 h 4387860"/>
              <a:gd name="connsiteX4" fmla="*/ 9835600 w 9835600"/>
              <a:gd name="connsiteY4" fmla="*/ 4387282 h 4387860"/>
              <a:gd name="connsiteX5" fmla="*/ 4643122 w 9835600"/>
              <a:gd name="connsiteY5" fmla="*/ 4387847 h 4387860"/>
              <a:gd name="connsiteX6" fmla="*/ 4643122 w 9835600"/>
              <a:gd name="connsiteY6" fmla="*/ 4387860 h 4387860"/>
              <a:gd name="connsiteX7" fmla="*/ 4521141 w 9835600"/>
              <a:gd name="connsiteY7" fmla="*/ 4387860 h 4387860"/>
              <a:gd name="connsiteX8" fmla="*/ 2 w 9835600"/>
              <a:gd name="connsiteY8" fmla="*/ 4387860 h 4387860"/>
              <a:gd name="connsiteX9" fmla="*/ 2 w 9835600"/>
              <a:gd name="connsiteY9" fmla="*/ 2090057 h 4387860"/>
              <a:gd name="connsiteX10" fmla="*/ 0 w 9835600"/>
              <a:gd name="connsiteY10" fmla="*/ 2090057 h 4387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35600" h="4387860">
                <a:moveTo>
                  <a:pt x="0" y="0"/>
                </a:moveTo>
                <a:lnTo>
                  <a:pt x="4643121" y="0"/>
                </a:lnTo>
                <a:lnTo>
                  <a:pt x="4643121" y="1116"/>
                </a:lnTo>
                <a:lnTo>
                  <a:pt x="7299857" y="5442"/>
                </a:lnTo>
                <a:lnTo>
                  <a:pt x="9835600" y="4387282"/>
                </a:lnTo>
                <a:lnTo>
                  <a:pt x="4643122" y="4387847"/>
                </a:lnTo>
                <a:lnTo>
                  <a:pt x="4643122" y="4387860"/>
                </a:lnTo>
                <a:lnTo>
                  <a:pt x="4521141" y="4387860"/>
                </a:lnTo>
                <a:lnTo>
                  <a:pt x="2" y="4387860"/>
                </a:lnTo>
                <a:lnTo>
                  <a:pt x="2" y="2090057"/>
                </a:lnTo>
                <a:lnTo>
                  <a:pt x="0" y="2090057"/>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txBody>
          <a:bodyPr wrap="square" anchor="ctr">
            <a:noAutofit/>
          </a:bodyPr>
          <a:lstStyle>
            <a:lvl1pPr marL="0" indent="0" algn="ctr">
              <a:buNone/>
              <a:defRPr sz="800">
                <a:solidFill>
                  <a:schemeClr val="bg1"/>
                </a:solidFill>
              </a:defRPr>
            </a:lvl1pPr>
          </a:lstStyle>
          <a:p>
            <a:endParaRPr lang="en-US"/>
          </a:p>
        </p:txBody>
      </p:sp>
      <p:sp>
        <p:nvSpPr>
          <p:cNvPr id="10" name="TextBox 9">
            <a:extLst>
              <a:ext uri="{FF2B5EF4-FFF2-40B4-BE49-F238E27FC236}">
                <a16:creationId xmlns:a16="http://schemas.microsoft.com/office/drawing/2014/main" id="{3406EE88-F931-8146-A6B5-D099B48EA0CC}"/>
              </a:ext>
            </a:extLst>
          </p:cNvPr>
          <p:cNvSpPr txBox="1"/>
          <p:nvPr userDrawn="1"/>
        </p:nvSpPr>
        <p:spPr>
          <a:xfrm>
            <a:off x="195936" y="6443438"/>
            <a:ext cx="642264" cy="246221"/>
          </a:xfrm>
          <a:prstGeom prst="rect">
            <a:avLst/>
          </a:prstGeom>
          <a:noFill/>
        </p:spPr>
        <p:txBody>
          <a:bodyPr wrap="square" rtlCol="0">
            <a:spAutoFit/>
          </a:bodyPr>
          <a:lstStyle/>
          <a:p>
            <a:fld id="{3C291B5F-1E59-3447-9939-CD2AE96E39EF}" type="slidenum">
              <a:rPr lang="en-US" sz="1000" smtClean="0">
                <a:solidFill>
                  <a:schemeClr val="bg1"/>
                </a:solidFill>
              </a:rPr>
              <a:t>‹#›</a:t>
            </a:fld>
            <a:endParaRPr lang="en-US" sz="1000">
              <a:solidFill>
                <a:schemeClr val="bg1"/>
              </a:solidFill>
            </a:endParaRPr>
          </a:p>
        </p:txBody>
      </p:sp>
      <p:sp>
        <p:nvSpPr>
          <p:cNvPr id="11" name="Title 1">
            <a:extLst>
              <a:ext uri="{FF2B5EF4-FFF2-40B4-BE49-F238E27FC236}">
                <a16:creationId xmlns:a16="http://schemas.microsoft.com/office/drawing/2014/main" id="{B5B40642-2C4D-D845-8B27-42D4E6B1F731}"/>
              </a:ext>
            </a:extLst>
          </p:cNvPr>
          <p:cNvSpPr>
            <a:spLocks noGrp="1"/>
          </p:cNvSpPr>
          <p:nvPr>
            <p:ph type="title" hasCustomPrompt="1"/>
          </p:nvPr>
        </p:nvSpPr>
        <p:spPr>
          <a:xfrm>
            <a:off x="1800000" y="4792391"/>
            <a:ext cx="8355582" cy="416910"/>
          </a:xfrm>
          <a:prstGeom prst="rect">
            <a:avLst/>
          </a:prstGeom>
        </p:spPr>
        <p:txBody>
          <a:bodyPr lIns="0" tIns="0" rIns="0" bIns="0"/>
          <a:lstStyle>
            <a:lvl1pPr>
              <a:defRPr sz="3200" b="1" i="0">
                <a:latin typeface="Franklin Gothic Demi" panose="020B0603020102020204" pitchFamily="34" charset="0"/>
              </a:defRPr>
            </a:lvl1pPr>
          </a:lstStyle>
          <a:p>
            <a:r>
              <a:rPr lang="en-US"/>
              <a:t>Click To Edit Title</a:t>
            </a:r>
          </a:p>
        </p:txBody>
      </p:sp>
      <p:sp>
        <p:nvSpPr>
          <p:cNvPr id="12" name="Content Placeholder 2">
            <a:extLst>
              <a:ext uri="{FF2B5EF4-FFF2-40B4-BE49-F238E27FC236}">
                <a16:creationId xmlns:a16="http://schemas.microsoft.com/office/drawing/2014/main" id="{B4E437DD-08CB-E648-994F-EA19F5A0BFB3}"/>
              </a:ext>
            </a:extLst>
          </p:cNvPr>
          <p:cNvSpPr>
            <a:spLocks noGrp="1"/>
          </p:cNvSpPr>
          <p:nvPr>
            <p:ph idx="1" hasCustomPrompt="1"/>
          </p:nvPr>
        </p:nvSpPr>
        <p:spPr>
          <a:xfrm>
            <a:off x="1799999" y="5899451"/>
            <a:ext cx="8355581" cy="270000"/>
          </a:xfrm>
          <a:prstGeom prst="rect">
            <a:avLst/>
          </a:prstGeom>
        </p:spPr>
        <p:txBody>
          <a:bodyPr lIns="0" tIns="46800" rIns="0" bIns="0"/>
          <a:lstStyle>
            <a:lvl1pPr marL="0" indent="0">
              <a:buNone/>
              <a:defRPr sz="1400">
                <a:solidFill>
                  <a:schemeClr val="bg1">
                    <a:lumMod val="50000"/>
                  </a:schemeClr>
                </a:solidFill>
              </a:defRPr>
            </a:lvl1pPr>
          </a:lstStyle>
          <a:p>
            <a:pPr lvl="0"/>
            <a:r>
              <a:rPr lang="en-US"/>
              <a:t>LOCATION</a:t>
            </a:r>
          </a:p>
        </p:txBody>
      </p:sp>
      <p:sp>
        <p:nvSpPr>
          <p:cNvPr id="14" name="Text Placeholder 7">
            <a:extLst>
              <a:ext uri="{FF2B5EF4-FFF2-40B4-BE49-F238E27FC236}">
                <a16:creationId xmlns:a16="http://schemas.microsoft.com/office/drawing/2014/main" id="{3E86FC5C-7200-B14E-AF88-4727B608610C}"/>
              </a:ext>
            </a:extLst>
          </p:cNvPr>
          <p:cNvSpPr>
            <a:spLocks noGrp="1"/>
          </p:cNvSpPr>
          <p:nvPr>
            <p:ph type="body" sz="quarter" idx="10" hasCustomPrompt="1"/>
          </p:nvPr>
        </p:nvSpPr>
        <p:spPr>
          <a:xfrm>
            <a:off x="1800000" y="6248019"/>
            <a:ext cx="8367713" cy="235658"/>
          </a:xfrm>
          <a:prstGeom prst="rect">
            <a:avLst/>
          </a:prstGeom>
        </p:spPr>
        <p:txBody>
          <a:bodyPr lIns="0" tIns="46800" rIns="0" bIns="0"/>
          <a:lstStyle>
            <a:lvl1pPr marL="0" indent="0">
              <a:buNone/>
              <a:defRPr sz="1400">
                <a:solidFill>
                  <a:schemeClr val="bg1">
                    <a:lumMod val="50000"/>
                  </a:schemeClr>
                </a:solidFill>
              </a:defRPr>
            </a:lvl1pPr>
            <a:lvl2pPr marL="457200" indent="0">
              <a:buNone/>
              <a:defRPr>
                <a:solidFill>
                  <a:schemeClr val="bg1">
                    <a:lumMod val="50000"/>
                  </a:schemeClr>
                </a:solidFill>
              </a:defRPr>
            </a:lvl2pPr>
            <a:lvl3pPr marL="914400" indent="0">
              <a:buNone/>
              <a:defRPr>
                <a:solidFill>
                  <a:schemeClr val="bg1">
                    <a:lumMod val="50000"/>
                  </a:schemeClr>
                </a:solidFill>
              </a:defRPr>
            </a:lvl3pPr>
            <a:lvl4pPr marL="1371600" indent="0">
              <a:buNone/>
              <a:defRPr>
                <a:solidFill>
                  <a:schemeClr val="bg1">
                    <a:lumMod val="50000"/>
                  </a:schemeClr>
                </a:solidFill>
              </a:defRPr>
            </a:lvl4pPr>
            <a:lvl5pPr marL="1828800" indent="0">
              <a:buNone/>
              <a:defRPr>
                <a:solidFill>
                  <a:schemeClr val="bg1">
                    <a:lumMod val="50000"/>
                  </a:schemeClr>
                </a:solidFill>
              </a:defRPr>
            </a:lvl5pPr>
          </a:lstStyle>
          <a:p>
            <a:pPr lvl="0"/>
            <a:r>
              <a:rPr lang="en-US"/>
              <a:t>DATE</a:t>
            </a:r>
          </a:p>
        </p:txBody>
      </p:sp>
      <p:sp>
        <p:nvSpPr>
          <p:cNvPr id="15" name="Text Placeholder 4">
            <a:extLst>
              <a:ext uri="{FF2B5EF4-FFF2-40B4-BE49-F238E27FC236}">
                <a16:creationId xmlns:a16="http://schemas.microsoft.com/office/drawing/2014/main" id="{AF7EFF54-649B-B747-8799-E58C9ECDE334}"/>
              </a:ext>
            </a:extLst>
          </p:cNvPr>
          <p:cNvSpPr>
            <a:spLocks noGrp="1"/>
          </p:cNvSpPr>
          <p:nvPr>
            <p:ph type="body" sz="quarter" idx="14" hasCustomPrompt="1"/>
          </p:nvPr>
        </p:nvSpPr>
        <p:spPr>
          <a:xfrm>
            <a:off x="1787868" y="5332772"/>
            <a:ext cx="8367713" cy="270000"/>
          </a:xfrm>
          <a:prstGeom prst="rect">
            <a:avLst/>
          </a:prstGeom>
        </p:spPr>
        <p:txBody>
          <a:bodyPr lIns="0" tIns="0" rIns="0" bIns="0"/>
          <a:lstStyle>
            <a:lvl1pPr marL="0" indent="0">
              <a:buNone/>
              <a:defRPr sz="1800">
                <a:solidFill>
                  <a:schemeClr val="bg1">
                    <a:lumMod val="50000"/>
                  </a:schemeClr>
                </a:solidFill>
              </a:defRPr>
            </a:lvl1pPr>
            <a:lvl2pPr marL="457200" indent="0">
              <a:buNone/>
              <a:defRPr sz="1200">
                <a:solidFill>
                  <a:schemeClr val="bg1">
                    <a:lumMod val="50000"/>
                  </a:schemeClr>
                </a:solidFill>
              </a:defRPr>
            </a:lvl2pPr>
            <a:lvl3pPr marL="914400" indent="0">
              <a:buNone/>
              <a:defRPr sz="1200">
                <a:solidFill>
                  <a:schemeClr val="bg1">
                    <a:lumMod val="50000"/>
                  </a:schemeClr>
                </a:solidFill>
              </a:defRPr>
            </a:lvl3pPr>
            <a:lvl4pPr marL="1371600" indent="0">
              <a:buNone/>
              <a:defRPr sz="1200">
                <a:solidFill>
                  <a:schemeClr val="bg1">
                    <a:lumMod val="50000"/>
                  </a:schemeClr>
                </a:solidFill>
              </a:defRPr>
            </a:lvl4pPr>
            <a:lvl5pPr marL="1828800" indent="0">
              <a:buNone/>
              <a:defRPr sz="1200">
                <a:solidFill>
                  <a:schemeClr val="bg1">
                    <a:lumMod val="50000"/>
                  </a:schemeClr>
                </a:solidFill>
              </a:defRPr>
            </a:lvl5pPr>
          </a:lstStyle>
          <a:p>
            <a:pPr lvl="0"/>
            <a:r>
              <a:rPr lang="en-US"/>
              <a:t>Click to Edit Subtitle Text If Any</a:t>
            </a:r>
          </a:p>
        </p:txBody>
      </p:sp>
    </p:spTree>
    <p:extLst>
      <p:ext uri="{BB962C8B-B14F-4D97-AF65-F5344CB8AC3E}">
        <p14:creationId xmlns:p14="http://schemas.microsoft.com/office/powerpoint/2010/main" val="641889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6D6EE-2C2D-2140-8213-495850CA2045}"/>
              </a:ext>
            </a:extLst>
          </p:cNvPr>
          <p:cNvSpPr>
            <a:spLocks noGrp="1"/>
          </p:cNvSpPr>
          <p:nvPr>
            <p:ph type="title" hasCustomPrompt="1"/>
          </p:nvPr>
        </p:nvSpPr>
        <p:spPr>
          <a:xfrm>
            <a:off x="831850" y="2503170"/>
            <a:ext cx="10515600" cy="2059305"/>
          </a:xfrm>
          <a:prstGeom prst="rect">
            <a:avLst/>
          </a:prstGeom>
        </p:spPr>
        <p:txBody>
          <a:bodyPr anchor="b"/>
          <a:lstStyle>
            <a:lvl1pPr>
              <a:defRPr sz="6000"/>
            </a:lvl1pPr>
          </a:lstStyle>
          <a:p>
            <a:r>
              <a:rPr lang="en-US"/>
              <a:t>Text Heading Style</a:t>
            </a:r>
          </a:p>
        </p:txBody>
      </p:sp>
      <p:sp>
        <p:nvSpPr>
          <p:cNvPr id="3" name="Text Placeholder 2">
            <a:extLst>
              <a:ext uri="{FF2B5EF4-FFF2-40B4-BE49-F238E27FC236}">
                <a16:creationId xmlns:a16="http://schemas.microsoft.com/office/drawing/2014/main" id="{90BF0E80-192B-694F-B362-890FE3CCE876}"/>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836660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5D4DBB4-F938-C74E-85C1-7BA26A4347D1}"/>
              </a:ext>
            </a:extLst>
          </p:cNvPr>
          <p:cNvSpPr>
            <a:spLocks noGrp="1"/>
          </p:cNvSpPr>
          <p:nvPr>
            <p:ph type="ctrTitle" hasCustomPrompt="1"/>
          </p:nvPr>
        </p:nvSpPr>
        <p:spPr>
          <a:xfrm>
            <a:off x="838798" y="673099"/>
            <a:ext cx="10419751" cy="760381"/>
          </a:xfrm>
          <a:prstGeom prst="rect">
            <a:avLst/>
          </a:prstGeom>
        </p:spPr>
        <p:txBody>
          <a:bodyPr lIns="0" tIns="0" rIns="0" bIns="0" anchor="ctr" anchorCtr="0">
            <a:noAutofit/>
          </a:bodyPr>
          <a:lstStyle>
            <a:lvl1pPr algn="l">
              <a:defRPr sz="3200" b="1"/>
            </a:lvl1pPr>
          </a:lstStyle>
          <a:p>
            <a:r>
              <a:rPr lang="en-US"/>
              <a:t>Introducing Text Heading Style</a:t>
            </a:r>
          </a:p>
        </p:txBody>
      </p:sp>
      <p:sp>
        <p:nvSpPr>
          <p:cNvPr id="6" name="Text Placeholder 3">
            <a:extLst>
              <a:ext uri="{FF2B5EF4-FFF2-40B4-BE49-F238E27FC236}">
                <a16:creationId xmlns:a16="http://schemas.microsoft.com/office/drawing/2014/main" id="{E8196FDA-E190-4C48-9932-308C207E0FE7}"/>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2840845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B5A4D99-C36C-1944-9196-8215CBAFE45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891583" y="6275056"/>
            <a:ext cx="1706400" cy="445147"/>
          </a:xfrm>
          <a:prstGeom prst="rect">
            <a:avLst/>
          </a:prstGeom>
        </p:spPr>
      </p:pic>
      <p:sp>
        <p:nvSpPr>
          <p:cNvPr id="6" name="Title 1">
            <a:extLst>
              <a:ext uri="{FF2B5EF4-FFF2-40B4-BE49-F238E27FC236}">
                <a16:creationId xmlns:a16="http://schemas.microsoft.com/office/drawing/2014/main" id="{6FAE4F5C-4D97-BB42-BF29-FA54A8FCF3AD}"/>
              </a:ext>
            </a:extLst>
          </p:cNvPr>
          <p:cNvSpPr>
            <a:spLocks noGrp="1"/>
          </p:cNvSpPr>
          <p:nvPr>
            <p:ph type="ctrTitle" hasCustomPrompt="1"/>
          </p:nvPr>
        </p:nvSpPr>
        <p:spPr>
          <a:xfrm>
            <a:off x="838798" y="673099"/>
            <a:ext cx="10419751" cy="760381"/>
          </a:xfrm>
          <a:prstGeom prst="rect">
            <a:avLst/>
          </a:prstGeom>
        </p:spPr>
        <p:txBody>
          <a:bodyPr lIns="0" tIns="0" rIns="0" bIns="0" anchor="ctr" anchorCtr="0">
            <a:noAutofit/>
          </a:bodyPr>
          <a:lstStyle>
            <a:lvl1pPr algn="l">
              <a:defRPr sz="3200" b="1"/>
            </a:lvl1pPr>
          </a:lstStyle>
          <a:p>
            <a:r>
              <a:rPr lang="en-US"/>
              <a:t>Introducing Text Heading Style</a:t>
            </a:r>
          </a:p>
        </p:txBody>
      </p:sp>
      <p:sp>
        <p:nvSpPr>
          <p:cNvPr id="8" name="Text Placeholder 3">
            <a:extLst>
              <a:ext uri="{FF2B5EF4-FFF2-40B4-BE49-F238E27FC236}">
                <a16:creationId xmlns:a16="http://schemas.microsoft.com/office/drawing/2014/main" id="{DE9F36CE-F3D0-944F-B2E0-82CDF815DA99}"/>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
        <p:nvSpPr>
          <p:cNvPr id="10" name="Text Placeholder 4">
            <a:extLst>
              <a:ext uri="{FF2B5EF4-FFF2-40B4-BE49-F238E27FC236}">
                <a16:creationId xmlns:a16="http://schemas.microsoft.com/office/drawing/2014/main" id="{EC87988B-3F12-104C-9E7F-89BFFA180FF6}"/>
              </a:ext>
            </a:extLst>
          </p:cNvPr>
          <p:cNvSpPr>
            <a:spLocks noGrp="1"/>
          </p:cNvSpPr>
          <p:nvPr>
            <p:ph type="body" sz="quarter" idx="15" hasCustomPrompt="1"/>
          </p:nvPr>
        </p:nvSpPr>
        <p:spPr>
          <a:xfrm>
            <a:off x="838798" y="1587842"/>
            <a:ext cx="8367713" cy="240958"/>
          </a:xfrm>
          <a:prstGeom prst="rect">
            <a:avLst/>
          </a:prstGeom>
        </p:spPr>
        <p:txBody>
          <a:bodyPr lIns="0" tIns="0" rIns="0" bIns="0">
            <a:noAutofit/>
          </a:bodyPr>
          <a:lstStyle>
            <a:lvl1pPr marL="0" indent="0">
              <a:buNone/>
              <a:defRPr sz="1800">
                <a:solidFill>
                  <a:schemeClr val="bg1">
                    <a:lumMod val="50000"/>
                  </a:schemeClr>
                </a:solidFill>
              </a:defRPr>
            </a:lvl1pPr>
            <a:lvl2pPr marL="457200" indent="0">
              <a:buNone/>
              <a:defRPr sz="1200">
                <a:solidFill>
                  <a:schemeClr val="bg1">
                    <a:lumMod val="50000"/>
                  </a:schemeClr>
                </a:solidFill>
              </a:defRPr>
            </a:lvl2pPr>
            <a:lvl3pPr marL="914400" indent="0">
              <a:buNone/>
              <a:defRPr sz="1200">
                <a:solidFill>
                  <a:schemeClr val="bg1">
                    <a:lumMod val="50000"/>
                  </a:schemeClr>
                </a:solidFill>
              </a:defRPr>
            </a:lvl3pPr>
            <a:lvl4pPr marL="1371600" indent="0">
              <a:buNone/>
              <a:defRPr sz="1200">
                <a:solidFill>
                  <a:schemeClr val="bg1">
                    <a:lumMod val="50000"/>
                  </a:schemeClr>
                </a:solidFill>
              </a:defRPr>
            </a:lvl4pPr>
            <a:lvl5pPr marL="1828800" indent="0">
              <a:buNone/>
              <a:defRPr sz="1200">
                <a:solidFill>
                  <a:schemeClr val="bg1">
                    <a:lumMod val="50000"/>
                  </a:schemeClr>
                </a:solidFill>
              </a:defRPr>
            </a:lvl5pPr>
          </a:lstStyle>
          <a:p>
            <a:pPr lvl="0"/>
            <a:r>
              <a:rPr lang="en-US"/>
              <a:t>EDIT MASTER TEXT STYLES</a:t>
            </a:r>
          </a:p>
        </p:txBody>
      </p:sp>
    </p:spTree>
    <p:extLst>
      <p:ext uri="{BB962C8B-B14F-4D97-AF65-F5344CB8AC3E}">
        <p14:creationId xmlns:p14="http://schemas.microsoft.com/office/powerpoint/2010/main" val="2993096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415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7775D6-2931-094F-976A-F10FDA2078B2}"/>
              </a:ext>
            </a:extLst>
          </p:cNvPr>
          <p:cNvSpPr>
            <a:spLocks noGrp="1"/>
          </p:cNvSpPr>
          <p:nvPr>
            <p:ph idx="1"/>
          </p:nvPr>
        </p:nvSpPr>
        <p:spPr>
          <a:xfrm>
            <a:off x="838200" y="1745615"/>
            <a:ext cx="10515600" cy="395795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625117C1-A812-E040-945C-CE32A63C76BF}"/>
              </a:ext>
            </a:extLst>
          </p:cNvPr>
          <p:cNvSpPr>
            <a:spLocks noGrp="1"/>
          </p:cNvSpPr>
          <p:nvPr>
            <p:ph type="ctrTitle" hasCustomPrompt="1"/>
          </p:nvPr>
        </p:nvSpPr>
        <p:spPr>
          <a:xfrm>
            <a:off x="838798" y="673099"/>
            <a:ext cx="10419751" cy="760381"/>
          </a:xfrm>
          <a:prstGeom prst="rect">
            <a:avLst/>
          </a:prstGeom>
        </p:spPr>
        <p:txBody>
          <a:bodyPr lIns="0" tIns="0" rIns="0" bIns="0" anchor="ctr" anchorCtr="0">
            <a:noAutofit/>
          </a:bodyPr>
          <a:lstStyle>
            <a:lvl1pPr algn="l">
              <a:defRPr sz="3200" b="1"/>
            </a:lvl1pPr>
          </a:lstStyle>
          <a:p>
            <a:r>
              <a:rPr lang="en-US"/>
              <a:t>Introducing Text Heading Style</a:t>
            </a:r>
          </a:p>
        </p:txBody>
      </p:sp>
      <p:sp>
        <p:nvSpPr>
          <p:cNvPr id="6" name="Text Placeholder 3">
            <a:extLst>
              <a:ext uri="{FF2B5EF4-FFF2-40B4-BE49-F238E27FC236}">
                <a16:creationId xmlns:a16="http://schemas.microsoft.com/office/drawing/2014/main" id="{E44B6B7D-D5F1-BD47-A0FC-3D8CEA6C285C}"/>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
        <p:nvSpPr>
          <p:cNvPr id="4" name="Content Placeholder 3">
            <a:extLst>
              <a:ext uri="{FF2B5EF4-FFF2-40B4-BE49-F238E27FC236}">
                <a16:creationId xmlns:a16="http://schemas.microsoft.com/office/drawing/2014/main" id="{FD41ECDD-07A0-4B19-B064-CE23BF1580E5}"/>
              </a:ext>
            </a:extLst>
          </p:cNvPr>
          <p:cNvSpPr>
            <a:spLocks noGrp="1"/>
          </p:cNvSpPr>
          <p:nvPr>
            <p:ph sz="quarter" idx="34"/>
          </p:nvPr>
        </p:nvSpPr>
        <p:spPr>
          <a:xfrm>
            <a:off x="-357188" y="490538"/>
            <a:ext cx="914401"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74858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lumn 1">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A9D58E73-6F6B-2149-B432-300D172C09A6}"/>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
        <p:nvSpPr>
          <p:cNvPr id="7" name="Content Placeholder 2">
            <a:extLst>
              <a:ext uri="{FF2B5EF4-FFF2-40B4-BE49-F238E27FC236}">
                <a16:creationId xmlns:a16="http://schemas.microsoft.com/office/drawing/2014/main" id="{A0263DC9-1353-1B46-8D03-053061A12958}"/>
              </a:ext>
            </a:extLst>
          </p:cNvPr>
          <p:cNvSpPr>
            <a:spLocks noGrp="1"/>
          </p:cNvSpPr>
          <p:nvPr>
            <p:ph sz="half" idx="1"/>
          </p:nvPr>
        </p:nvSpPr>
        <p:spPr>
          <a:xfrm>
            <a:off x="838200" y="1745615"/>
            <a:ext cx="5181600" cy="391223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933286DE-F4EF-BD4A-A7B3-0336B5774AAD}"/>
              </a:ext>
            </a:extLst>
          </p:cNvPr>
          <p:cNvSpPr>
            <a:spLocks noGrp="1"/>
          </p:cNvSpPr>
          <p:nvPr>
            <p:ph sz="half" idx="2"/>
          </p:nvPr>
        </p:nvSpPr>
        <p:spPr>
          <a:xfrm>
            <a:off x="6172200" y="1745615"/>
            <a:ext cx="5181600" cy="391223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a:extLst>
              <a:ext uri="{FF2B5EF4-FFF2-40B4-BE49-F238E27FC236}">
                <a16:creationId xmlns:a16="http://schemas.microsoft.com/office/drawing/2014/main" id="{96B76289-197B-5547-A83F-53016F93AAB8}"/>
              </a:ext>
            </a:extLst>
          </p:cNvPr>
          <p:cNvSpPr>
            <a:spLocks noGrp="1"/>
          </p:cNvSpPr>
          <p:nvPr>
            <p:ph type="ctrTitle" hasCustomPrompt="1"/>
          </p:nvPr>
        </p:nvSpPr>
        <p:spPr>
          <a:xfrm>
            <a:off x="838798" y="673099"/>
            <a:ext cx="10419751" cy="760381"/>
          </a:xfrm>
          <a:prstGeom prst="rect">
            <a:avLst/>
          </a:prstGeom>
        </p:spPr>
        <p:txBody>
          <a:bodyPr lIns="0" tIns="0" rIns="0" bIns="0" anchor="ctr" anchorCtr="0">
            <a:noAutofit/>
          </a:bodyPr>
          <a:lstStyle>
            <a:lvl1pPr algn="l">
              <a:defRPr sz="3200" b="1"/>
            </a:lvl1pPr>
          </a:lstStyle>
          <a:p>
            <a:r>
              <a:rPr lang="en-US"/>
              <a:t>Introducing Text Heading Style</a:t>
            </a:r>
          </a:p>
        </p:txBody>
      </p:sp>
    </p:spTree>
    <p:extLst>
      <p:ext uri="{BB962C8B-B14F-4D97-AF65-F5344CB8AC3E}">
        <p14:creationId xmlns:p14="http://schemas.microsoft.com/office/powerpoint/2010/main" val="3917555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wo Column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5989F0E-919C-3C44-B226-D46300E01C22}"/>
              </a:ext>
            </a:extLst>
          </p:cNvPr>
          <p:cNvSpPr>
            <a:spLocks noGrp="1"/>
          </p:cNvSpPr>
          <p:nvPr>
            <p:ph type="body" idx="1" hasCustomPrompt="1"/>
          </p:nvPr>
        </p:nvSpPr>
        <p:spPr>
          <a:xfrm>
            <a:off x="839788" y="1745615"/>
            <a:ext cx="5157787" cy="619125"/>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16D3A64-5076-8B4A-938D-D6E65E4950F2}"/>
              </a:ext>
            </a:extLst>
          </p:cNvPr>
          <p:cNvSpPr>
            <a:spLocks noGrp="1"/>
          </p:cNvSpPr>
          <p:nvPr>
            <p:ph sz="half" idx="2" hasCustomPrompt="1"/>
          </p:nvPr>
        </p:nvSpPr>
        <p:spPr>
          <a:xfrm>
            <a:off x="839788" y="2364741"/>
            <a:ext cx="5157787" cy="3304539"/>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06AB3836-E707-3543-890C-6855A9308434}"/>
              </a:ext>
            </a:extLst>
          </p:cNvPr>
          <p:cNvSpPr>
            <a:spLocks noGrp="1"/>
          </p:cNvSpPr>
          <p:nvPr>
            <p:ph type="body" sz="quarter" idx="3" hasCustomPrompt="1"/>
          </p:nvPr>
        </p:nvSpPr>
        <p:spPr>
          <a:xfrm>
            <a:off x="6172200" y="1745615"/>
            <a:ext cx="5183188" cy="619126"/>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3A43A20-1C8A-EE45-9EBF-4B2DA43566EE}"/>
              </a:ext>
            </a:extLst>
          </p:cNvPr>
          <p:cNvSpPr>
            <a:spLocks noGrp="1"/>
          </p:cNvSpPr>
          <p:nvPr>
            <p:ph sz="quarter" idx="4" hasCustomPrompt="1"/>
          </p:nvPr>
        </p:nvSpPr>
        <p:spPr>
          <a:xfrm>
            <a:off x="6172200" y="2364741"/>
            <a:ext cx="5183188" cy="3304539"/>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10" name="Title 1">
            <a:extLst>
              <a:ext uri="{FF2B5EF4-FFF2-40B4-BE49-F238E27FC236}">
                <a16:creationId xmlns:a16="http://schemas.microsoft.com/office/drawing/2014/main" id="{BA2A7CFE-E5D7-7A4B-9551-37E1215594B9}"/>
              </a:ext>
            </a:extLst>
          </p:cNvPr>
          <p:cNvSpPr>
            <a:spLocks noGrp="1"/>
          </p:cNvSpPr>
          <p:nvPr>
            <p:ph type="ctrTitle" hasCustomPrompt="1"/>
          </p:nvPr>
        </p:nvSpPr>
        <p:spPr>
          <a:xfrm>
            <a:off x="838798" y="673099"/>
            <a:ext cx="10419751" cy="760381"/>
          </a:xfrm>
          <a:prstGeom prst="rect">
            <a:avLst/>
          </a:prstGeom>
        </p:spPr>
        <p:txBody>
          <a:bodyPr lIns="0" tIns="0" rIns="0" bIns="0" anchor="ctr" anchorCtr="0">
            <a:noAutofit/>
          </a:bodyPr>
          <a:lstStyle>
            <a:lvl1pPr algn="l">
              <a:defRPr sz="3200" b="1"/>
            </a:lvl1pPr>
          </a:lstStyle>
          <a:p>
            <a:r>
              <a:rPr lang="en-US"/>
              <a:t>Introducing Text Heading Style</a:t>
            </a:r>
          </a:p>
        </p:txBody>
      </p:sp>
      <p:sp>
        <p:nvSpPr>
          <p:cNvPr id="8" name="Text Placeholder 3">
            <a:extLst>
              <a:ext uri="{FF2B5EF4-FFF2-40B4-BE49-F238E27FC236}">
                <a16:creationId xmlns:a16="http://schemas.microsoft.com/office/drawing/2014/main" id="{984BB803-F218-9E44-B943-8EAE5AEEC2C6}"/>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3732469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wo Column 3">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FB59F8-037F-1740-9ECB-5BC78E71CBD0}"/>
              </a:ext>
            </a:extLst>
          </p:cNvPr>
          <p:cNvSpPr>
            <a:spLocks noGrp="1"/>
          </p:cNvSpPr>
          <p:nvPr>
            <p:ph idx="1"/>
          </p:nvPr>
        </p:nvSpPr>
        <p:spPr>
          <a:xfrm>
            <a:off x="5183188" y="1745615"/>
            <a:ext cx="6172200" cy="3935095"/>
          </a:xfrm>
          <a:prstGeom prst="rect">
            <a:avLst/>
          </a:prstGeo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9043A08-6A9D-C342-BB7F-54D3CA7AA491}"/>
              </a:ext>
            </a:extLst>
          </p:cNvPr>
          <p:cNvSpPr>
            <a:spLocks noGrp="1"/>
          </p:cNvSpPr>
          <p:nvPr>
            <p:ph type="body" sz="half" idx="2"/>
          </p:nvPr>
        </p:nvSpPr>
        <p:spPr>
          <a:xfrm>
            <a:off x="836612" y="1745615"/>
            <a:ext cx="3932237" cy="3935094"/>
          </a:xfrm>
          <a:prstGeom prst="rect">
            <a:avLst/>
          </a:prstGeo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12" name="Title 1">
            <a:extLst>
              <a:ext uri="{FF2B5EF4-FFF2-40B4-BE49-F238E27FC236}">
                <a16:creationId xmlns:a16="http://schemas.microsoft.com/office/drawing/2014/main" id="{4FC63B28-55AE-984D-A45E-75C6DFBBD339}"/>
              </a:ext>
            </a:extLst>
          </p:cNvPr>
          <p:cNvSpPr>
            <a:spLocks noGrp="1"/>
          </p:cNvSpPr>
          <p:nvPr>
            <p:ph type="ctrTitle" hasCustomPrompt="1"/>
          </p:nvPr>
        </p:nvSpPr>
        <p:spPr>
          <a:xfrm>
            <a:off x="838200" y="673098"/>
            <a:ext cx="10517188" cy="760381"/>
          </a:xfrm>
          <a:prstGeom prst="rect">
            <a:avLst/>
          </a:prstGeom>
        </p:spPr>
        <p:txBody>
          <a:bodyPr lIns="0" tIns="0" rIns="0" bIns="0" anchor="ctr" anchorCtr="0">
            <a:noAutofit/>
          </a:bodyPr>
          <a:lstStyle>
            <a:lvl1pPr algn="l">
              <a:defRPr sz="3200" b="1"/>
            </a:lvl1pPr>
          </a:lstStyle>
          <a:p>
            <a:r>
              <a:rPr lang="en-US"/>
              <a:t>Introducing Text Heading Style</a:t>
            </a:r>
          </a:p>
        </p:txBody>
      </p:sp>
      <p:sp>
        <p:nvSpPr>
          <p:cNvPr id="6" name="Text Placeholder 3">
            <a:extLst>
              <a:ext uri="{FF2B5EF4-FFF2-40B4-BE49-F238E27FC236}">
                <a16:creationId xmlns:a16="http://schemas.microsoft.com/office/drawing/2014/main" id="{3C077882-70C9-4349-8BF3-E097BF3F9F7A}"/>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3822355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Four Grid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D2CE5A-002C-0B40-B24E-DBED35723AEA}"/>
              </a:ext>
            </a:extLst>
          </p:cNvPr>
          <p:cNvSpPr>
            <a:spLocks noGrp="1"/>
          </p:cNvSpPr>
          <p:nvPr>
            <p:ph sz="half" idx="1"/>
          </p:nvPr>
        </p:nvSpPr>
        <p:spPr>
          <a:xfrm>
            <a:off x="838200" y="1745615"/>
            <a:ext cx="5181600" cy="186626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2E4FEE-F483-664E-81D7-D078E6EE369F}"/>
              </a:ext>
            </a:extLst>
          </p:cNvPr>
          <p:cNvSpPr>
            <a:spLocks noGrp="1"/>
          </p:cNvSpPr>
          <p:nvPr>
            <p:ph sz="half" idx="2"/>
          </p:nvPr>
        </p:nvSpPr>
        <p:spPr>
          <a:xfrm>
            <a:off x="6172200" y="1745615"/>
            <a:ext cx="5181600" cy="186626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a:extLst>
              <a:ext uri="{FF2B5EF4-FFF2-40B4-BE49-F238E27FC236}">
                <a16:creationId xmlns:a16="http://schemas.microsoft.com/office/drawing/2014/main" id="{3A4B0078-D17C-AE42-94E0-3898974FF2F6}"/>
              </a:ext>
            </a:extLst>
          </p:cNvPr>
          <p:cNvSpPr>
            <a:spLocks noGrp="1"/>
          </p:cNvSpPr>
          <p:nvPr>
            <p:ph type="ctrTitle" hasCustomPrompt="1"/>
          </p:nvPr>
        </p:nvSpPr>
        <p:spPr>
          <a:xfrm>
            <a:off x="838798" y="673099"/>
            <a:ext cx="10419751" cy="760381"/>
          </a:xfrm>
          <a:prstGeom prst="rect">
            <a:avLst/>
          </a:prstGeom>
        </p:spPr>
        <p:txBody>
          <a:bodyPr lIns="0" tIns="0" rIns="0" bIns="0" anchor="ctr" anchorCtr="0">
            <a:noAutofit/>
          </a:bodyPr>
          <a:lstStyle>
            <a:lvl1pPr algn="l">
              <a:defRPr sz="3200" b="1"/>
            </a:lvl1pPr>
          </a:lstStyle>
          <a:p>
            <a:r>
              <a:rPr lang="en-US"/>
              <a:t>Introducing Text Heading Style</a:t>
            </a:r>
          </a:p>
        </p:txBody>
      </p:sp>
      <p:sp>
        <p:nvSpPr>
          <p:cNvPr id="22" name="Content Placeholder 2">
            <a:extLst>
              <a:ext uri="{FF2B5EF4-FFF2-40B4-BE49-F238E27FC236}">
                <a16:creationId xmlns:a16="http://schemas.microsoft.com/office/drawing/2014/main" id="{FE9013C2-E8D5-A44A-9A90-E7CF855D4D47}"/>
              </a:ext>
            </a:extLst>
          </p:cNvPr>
          <p:cNvSpPr>
            <a:spLocks noGrp="1"/>
          </p:cNvSpPr>
          <p:nvPr>
            <p:ph sz="half" idx="13"/>
          </p:nvPr>
        </p:nvSpPr>
        <p:spPr>
          <a:xfrm>
            <a:off x="838200" y="3768725"/>
            <a:ext cx="5181600" cy="186626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3">
            <a:extLst>
              <a:ext uri="{FF2B5EF4-FFF2-40B4-BE49-F238E27FC236}">
                <a16:creationId xmlns:a16="http://schemas.microsoft.com/office/drawing/2014/main" id="{B4576799-9AC2-7542-A77E-0551E93A9705}"/>
              </a:ext>
            </a:extLst>
          </p:cNvPr>
          <p:cNvSpPr>
            <a:spLocks noGrp="1"/>
          </p:cNvSpPr>
          <p:nvPr>
            <p:ph sz="half" idx="14"/>
          </p:nvPr>
        </p:nvSpPr>
        <p:spPr>
          <a:xfrm>
            <a:off x="6172200" y="3768725"/>
            <a:ext cx="5181600" cy="186626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3">
            <a:extLst>
              <a:ext uri="{FF2B5EF4-FFF2-40B4-BE49-F238E27FC236}">
                <a16:creationId xmlns:a16="http://schemas.microsoft.com/office/drawing/2014/main" id="{AFC42A2F-483A-3F48-A08A-8E590F8865C9}"/>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11309277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Four Grid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5989F0E-919C-3C44-B226-D46300E01C22}"/>
              </a:ext>
            </a:extLst>
          </p:cNvPr>
          <p:cNvSpPr>
            <a:spLocks noGrp="1"/>
          </p:cNvSpPr>
          <p:nvPr>
            <p:ph type="body" idx="1" hasCustomPrompt="1"/>
          </p:nvPr>
        </p:nvSpPr>
        <p:spPr>
          <a:xfrm>
            <a:off x="839788" y="1745615"/>
            <a:ext cx="5157787" cy="619125"/>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16D3A64-5076-8B4A-938D-D6E65E4950F2}"/>
              </a:ext>
            </a:extLst>
          </p:cNvPr>
          <p:cNvSpPr>
            <a:spLocks noGrp="1"/>
          </p:cNvSpPr>
          <p:nvPr>
            <p:ph sz="half" idx="2" hasCustomPrompt="1"/>
          </p:nvPr>
        </p:nvSpPr>
        <p:spPr>
          <a:xfrm>
            <a:off x="839788" y="2364741"/>
            <a:ext cx="5157787" cy="1224279"/>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06AB3836-E707-3543-890C-6855A9308434}"/>
              </a:ext>
            </a:extLst>
          </p:cNvPr>
          <p:cNvSpPr>
            <a:spLocks noGrp="1"/>
          </p:cNvSpPr>
          <p:nvPr>
            <p:ph type="body" sz="quarter" idx="3" hasCustomPrompt="1"/>
          </p:nvPr>
        </p:nvSpPr>
        <p:spPr>
          <a:xfrm>
            <a:off x="6172200" y="1745615"/>
            <a:ext cx="5183188" cy="619126"/>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3A43A20-1C8A-EE45-9EBF-4B2DA43566EE}"/>
              </a:ext>
            </a:extLst>
          </p:cNvPr>
          <p:cNvSpPr>
            <a:spLocks noGrp="1"/>
          </p:cNvSpPr>
          <p:nvPr>
            <p:ph sz="quarter" idx="4" hasCustomPrompt="1"/>
          </p:nvPr>
        </p:nvSpPr>
        <p:spPr>
          <a:xfrm>
            <a:off x="6172200" y="2364741"/>
            <a:ext cx="5183188" cy="1224279"/>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10" name="Title 1">
            <a:extLst>
              <a:ext uri="{FF2B5EF4-FFF2-40B4-BE49-F238E27FC236}">
                <a16:creationId xmlns:a16="http://schemas.microsoft.com/office/drawing/2014/main" id="{BA2A7CFE-E5D7-7A4B-9551-37E1215594B9}"/>
              </a:ext>
            </a:extLst>
          </p:cNvPr>
          <p:cNvSpPr>
            <a:spLocks noGrp="1"/>
          </p:cNvSpPr>
          <p:nvPr>
            <p:ph type="ctrTitle" hasCustomPrompt="1"/>
          </p:nvPr>
        </p:nvSpPr>
        <p:spPr>
          <a:xfrm>
            <a:off x="838798" y="673099"/>
            <a:ext cx="10419751" cy="760381"/>
          </a:xfrm>
          <a:prstGeom prst="rect">
            <a:avLst/>
          </a:prstGeom>
        </p:spPr>
        <p:txBody>
          <a:bodyPr lIns="0" tIns="0" rIns="0" bIns="0" anchor="ctr" anchorCtr="0">
            <a:noAutofit/>
          </a:bodyPr>
          <a:lstStyle>
            <a:lvl1pPr algn="l">
              <a:defRPr sz="3200" b="1"/>
            </a:lvl1pPr>
          </a:lstStyle>
          <a:p>
            <a:r>
              <a:rPr lang="en-US"/>
              <a:t>Introducing Text Heading Style</a:t>
            </a:r>
          </a:p>
        </p:txBody>
      </p:sp>
      <p:sp>
        <p:nvSpPr>
          <p:cNvPr id="17" name="Text Placeholder 2">
            <a:extLst>
              <a:ext uri="{FF2B5EF4-FFF2-40B4-BE49-F238E27FC236}">
                <a16:creationId xmlns:a16="http://schemas.microsoft.com/office/drawing/2014/main" id="{FC2595B2-5E0A-BA49-9580-3F063551019F}"/>
              </a:ext>
            </a:extLst>
          </p:cNvPr>
          <p:cNvSpPr>
            <a:spLocks noGrp="1"/>
          </p:cNvSpPr>
          <p:nvPr>
            <p:ph type="body" idx="15" hasCustomPrompt="1"/>
          </p:nvPr>
        </p:nvSpPr>
        <p:spPr>
          <a:xfrm>
            <a:off x="839788" y="3791585"/>
            <a:ext cx="5157787" cy="619125"/>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8" name="Content Placeholder 3">
            <a:extLst>
              <a:ext uri="{FF2B5EF4-FFF2-40B4-BE49-F238E27FC236}">
                <a16:creationId xmlns:a16="http://schemas.microsoft.com/office/drawing/2014/main" id="{14BA430B-AB51-1745-957F-723711777E4F}"/>
              </a:ext>
            </a:extLst>
          </p:cNvPr>
          <p:cNvSpPr>
            <a:spLocks noGrp="1"/>
          </p:cNvSpPr>
          <p:nvPr>
            <p:ph sz="half" idx="16" hasCustomPrompt="1"/>
          </p:nvPr>
        </p:nvSpPr>
        <p:spPr>
          <a:xfrm>
            <a:off x="839788" y="4410711"/>
            <a:ext cx="5157787" cy="1224279"/>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19" name="Text Placeholder 4">
            <a:extLst>
              <a:ext uri="{FF2B5EF4-FFF2-40B4-BE49-F238E27FC236}">
                <a16:creationId xmlns:a16="http://schemas.microsoft.com/office/drawing/2014/main" id="{1A4042E0-9B6C-D84B-9F4F-7AD805528368}"/>
              </a:ext>
            </a:extLst>
          </p:cNvPr>
          <p:cNvSpPr>
            <a:spLocks noGrp="1"/>
          </p:cNvSpPr>
          <p:nvPr>
            <p:ph type="body" sz="quarter" idx="17" hasCustomPrompt="1"/>
          </p:nvPr>
        </p:nvSpPr>
        <p:spPr>
          <a:xfrm>
            <a:off x="6172200" y="3791585"/>
            <a:ext cx="5183188" cy="619126"/>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Content Placeholder 5">
            <a:extLst>
              <a:ext uri="{FF2B5EF4-FFF2-40B4-BE49-F238E27FC236}">
                <a16:creationId xmlns:a16="http://schemas.microsoft.com/office/drawing/2014/main" id="{708E1EA6-3A19-A74D-92B3-3B7A645DF3DF}"/>
              </a:ext>
            </a:extLst>
          </p:cNvPr>
          <p:cNvSpPr>
            <a:spLocks noGrp="1"/>
          </p:cNvSpPr>
          <p:nvPr>
            <p:ph sz="quarter" idx="18" hasCustomPrompt="1"/>
          </p:nvPr>
        </p:nvSpPr>
        <p:spPr>
          <a:xfrm>
            <a:off x="6172200" y="4410711"/>
            <a:ext cx="5183188" cy="1224279"/>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12" name="Text Placeholder 3">
            <a:extLst>
              <a:ext uri="{FF2B5EF4-FFF2-40B4-BE49-F238E27FC236}">
                <a16:creationId xmlns:a16="http://schemas.microsoft.com/office/drawing/2014/main" id="{D8D6E424-ECD7-4A42-8FEE-51200A9E2970}"/>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37472220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043A08-6A9D-C342-BB7F-54D3CA7AA491}"/>
              </a:ext>
            </a:extLst>
          </p:cNvPr>
          <p:cNvSpPr>
            <a:spLocks noGrp="1"/>
          </p:cNvSpPr>
          <p:nvPr>
            <p:ph type="body" sz="half" idx="2"/>
          </p:nvPr>
        </p:nvSpPr>
        <p:spPr>
          <a:xfrm>
            <a:off x="836612" y="1745615"/>
            <a:ext cx="3932237" cy="3935094"/>
          </a:xfrm>
          <a:prstGeom prst="rect">
            <a:avLst/>
          </a:prstGeo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12" name="Title 1">
            <a:extLst>
              <a:ext uri="{FF2B5EF4-FFF2-40B4-BE49-F238E27FC236}">
                <a16:creationId xmlns:a16="http://schemas.microsoft.com/office/drawing/2014/main" id="{4FC63B28-55AE-984D-A45E-75C6DFBBD339}"/>
              </a:ext>
            </a:extLst>
          </p:cNvPr>
          <p:cNvSpPr>
            <a:spLocks noGrp="1"/>
          </p:cNvSpPr>
          <p:nvPr>
            <p:ph type="ctrTitle" hasCustomPrompt="1"/>
          </p:nvPr>
        </p:nvSpPr>
        <p:spPr>
          <a:xfrm>
            <a:off x="838200" y="673098"/>
            <a:ext cx="10517188" cy="760381"/>
          </a:xfrm>
          <a:prstGeom prst="rect">
            <a:avLst/>
          </a:prstGeom>
        </p:spPr>
        <p:txBody>
          <a:bodyPr lIns="0" tIns="0" rIns="0" bIns="0" anchor="ctr" anchorCtr="0">
            <a:noAutofit/>
          </a:bodyPr>
          <a:lstStyle>
            <a:lvl1pPr algn="l">
              <a:defRPr sz="3200" b="1"/>
            </a:lvl1pPr>
          </a:lstStyle>
          <a:p>
            <a:r>
              <a:rPr lang="en-US"/>
              <a:t>Introducing Text Heading Style</a:t>
            </a:r>
          </a:p>
        </p:txBody>
      </p:sp>
      <p:sp>
        <p:nvSpPr>
          <p:cNvPr id="5" name="Picture Placeholder 2">
            <a:extLst>
              <a:ext uri="{FF2B5EF4-FFF2-40B4-BE49-F238E27FC236}">
                <a16:creationId xmlns:a16="http://schemas.microsoft.com/office/drawing/2014/main" id="{0878E9A9-5307-324D-A9D7-A4944CCB079C}"/>
              </a:ext>
            </a:extLst>
          </p:cNvPr>
          <p:cNvSpPr>
            <a:spLocks noGrp="1"/>
          </p:cNvSpPr>
          <p:nvPr>
            <p:ph type="pic" idx="10"/>
          </p:nvPr>
        </p:nvSpPr>
        <p:spPr>
          <a:xfrm>
            <a:off x="5183188" y="1745616"/>
            <a:ext cx="6172200" cy="3935094"/>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7" name="Text Placeholder 3">
            <a:extLst>
              <a:ext uri="{FF2B5EF4-FFF2-40B4-BE49-F238E27FC236}">
                <a16:creationId xmlns:a16="http://schemas.microsoft.com/office/drawing/2014/main" id="{744E0C05-0947-3D4B-9987-7CFADA84ED2D}"/>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2099839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with Icons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5D4DBB4-F938-C74E-85C1-7BA26A4347D1}"/>
              </a:ext>
            </a:extLst>
          </p:cNvPr>
          <p:cNvSpPr>
            <a:spLocks noGrp="1"/>
          </p:cNvSpPr>
          <p:nvPr>
            <p:ph type="ctrTitle" hasCustomPrompt="1"/>
          </p:nvPr>
        </p:nvSpPr>
        <p:spPr>
          <a:xfrm>
            <a:off x="838799" y="673098"/>
            <a:ext cx="8072518" cy="760381"/>
          </a:xfrm>
          <a:prstGeom prst="rect">
            <a:avLst/>
          </a:prstGeom>
        </p:spPr>
        <p:txBody>
          <a:bodyPr lIns="0" tIns="0" rIns="0" bIns="0" anchor="ctr" anchorCtr="0">
            <a:noAutofit/>
          </a:bodyPr>
          <a:lstStyle>
            <a:lvl1pPr algn="l">
              <a:defRPr sz="3200" b="1"/>
            </a:lvl1pPr>
          </a:lstStyle>
          <a:p>
            <a:r>
              <a:rPr lang="en-US"/>
              <a:t>Lorem Ipsum Dolor Sit </a:t>
            </a:r>
            <a:r>
              <a:rPr lang="en-US" err="1"/>
              <a:t>Amet</a:t>
            </a:r>
            <a:r>
              <a:rPr lang="en-US"/>
              <a:t>, </a:t>
            </a:r>
            <a:r>
              <a:rPr lang="en-US" err="1"/>
              <a:t>Conse</a:t>
            </a:r>
            <a:r>
              <a:rPr lang="en-US"/>
              <a:t> </a:t>
            </a:r>
            <a:r>
              <a:rPr lang="en-US" err="1"/>
              <a:t>Adipiscing</a:t>
            </a:r>
            <a:r>
              <a:rPr lang="en-US"/>
              <a:t> </a:t>
            </a:r>
            <a:r>
              <a:rPr lang="en-US" err="1"/>
              <a:t>Malesuada</a:t>
            </a:r>
            <a:r>
              <a:rPr lang="en-US"/>
              <a:t> Lib</a:t>
            </a:r>
          </a:p>
        </p:txBody>
      </p:sp>
      <p:sp>
        <p:nvSpPr>
          <p:cNvPr id="25" name="Text Placeholder 24">
            <a:extLst>
              <a:ext uri="{FF2B5EF4-FFF2-40B4-BE49-F238E27FC236}">
                <a16:creationId xmlns:a16="http://schemas.microsoft.com/office/drawing/2014/main" id="{C61CF3D2-2337-AC4D-BFBD-76DABB3723C0}"/>
              </a:ext>
            </a:extLst>
          </p:cNvPr>
          <p:cNvSpPr>
            <a:spLocks noGrp="1"/>
          </p:cNvSpPr>
          <p:nvPr>
            <p:ph type="body" sz="quarter" idx="11" hasCustomPrompt="1"/>
          </p:nvPr>
        </p:nvSpPr>
        <p:spPr>
          <a:xfrm>
            <a:off x="838199" y="1744717"/>
            <a:ext cx="8103920" cy="1684284"/>
          </a:xfrm>
          <a:prstGeom prst="rect">
            <a:avLst/>
          </a:prstGeom>
        </p:spPr>
        <p:txBody>
          <a:bodyPr lIns="0" tIns="0" rIns="0" bIns="0">
            <a:noAutofit/>
          </a:bodyPr>
          <a:lstStyle>
            <a:lvl1pPr marL="0" indent="0">
              <a:lnSpc>
                <a:spcPct val="150000"/>
              </a:lnSpc>
              <a:buNone/>
              <a:defRPr sz="18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Edit Master text styles Lorem ipsum dolor sit amet, consectetuer adipiscing elit. Maecenas porttitor congue massa. Fusce posuere, magna sed pulvinar ultricies, purus lectus malesuada libero, sit amet commodo magna eros quis </a:t>
            </a:r>
            <a:r>
              <a:rPr lang="en-US" err="1"/>
              <a:t>urna</a:t>
            </a:r>
            <a:r>
              <a:rPr lang="en-US"/>
              <a:t>. Nunc viverra imperdiet enim. Fusce est. </a:t>
            </a:r>
            <a:r>
              <a:rPr lang="en-US" err="1"/>
              <a:t>Proin</a:t>
            </a:r>
            <a:r>
              <a:rPr lang="en-US"/>
              <a:t> pharetra </a:t>
            </a:r>
            <a:r>
              <a:rPr lang="en-US" err="1"/>
              <a:t>nonummy</a:t>
            </a:r>
            <a:r>
              <a:rPr lang="en-US"/>
              <a:t> </a:t>
            </a:r>
            <a:r>
              <a:rPr lang="en-US" err="1"/>
              <a:t>pede</a:t>
            </a:r>
            <a:r>
              <a:rPr lang="en-US"/>
              <a:t>. </a:t>
            </a:r>
          </a:p>
        </p:txBody>
      </p:sp>
      <p:sp>
        <p:nvSpPr>
          <p:cNvPr id="39" name="Rectangle 38">
            <a:extLst>
              <a:ext uri="{FF2B5EF4-FFF2-40B4-BE49-F238E27FC236}">
                <a16:creationId xmlns:a16="http://schemas.microsoft.com/office/drawing/2014/main" id="{73EB0256-4677-4F48-8914-4807788A8CDC}"/>
              </a:ext>
            </a:extLst>
          </p:cNvPr>
          <p:cNvSpPr>
            <a:spLocks noChangeAspect="1"/>
          </p:cNvSpPr>
          <p:nvPr userDrawn="1"/>
        </p:nvSpPr>
        <p:spPr>
          <a:xfrm>
            <a:off x="1648427" y="3740238"/>
            <a:ext cx="649455" cy="649455"/>
          </a:xfrm>
          <a:prstGeom prst="rect">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 Placeholder 10">
            <a:extLst>
              <a:ext uri="{FF2B5EF4-FFF2-40B4-BE49-F238E27FC236}">
                <a16:creationId xmlns:a16="http://schemas.microsoft.com/office/drawing/2014/main" id="{4564CD82-8344-A34B-8CDE-8CE45ABFD895}"/>
              </a:ext>
            </a:extLst>
          </p:cNvPr>
          <p:cNvSpPr>
            <a:spLocks noGrp="1"/>
          </p:cNvSpPr>
          <p:nvPr>
            <p:ph type="body" sz="quarter" idx="19"/>
          </p:nvPr>
        </p:nvSpPr>
        <p:spPr>
          <a:xfrm>
            <a:off x="837724" y="4530436"/>
            <a:ext cx="2270862" cy="190079"/>
          </a:xfrm>
          <a:prstGeom prst="rect">
            <a:avLst/>
          </a:prstGeom>
        </p:spPr>
        <p:txBody>
          <a:bodyPr lIns="0" tIns="0" bIns="0">
            <a:normAutofit/>
          </a:bodyPr>
          <a:lstStyle>
            <a:lvl1pPr marL="0" indent="0" algn="ctr">
              <a:buNone/>
              <a:defRPr sz="1200" b="1"/>
            </a:lvl1pPr>
            <a:lvl2pPr marL="457200" indent="0">
              <a:buNone/>
              <a:defRPr sz="1400" b="1"/>
            </a:lvl2pPr>
            <a:lvl3pPr marL="914400" indent="0">
              <a:buNone/>
              <a:defRPr sz="1400" b="1"/>
            </a:lvl3pPr>
            <a:lvl4pPr marL="1371600" indent="0">
              <a:buNone/>
              <a:defRPr sz="1400" b="1"/>
            </a:lvl4pPr>
            <a:lvl5pPr marL="1828800" indent="0">
              <a:buNone/>
              <a:defRPr sz="1400" b="1"/>
            </a:lvl5pPr>
          </a:lstStyle>
          <a:p>
            <a:pPr lvl="0"/>
            <a:r>
              <a:rPr lang="en-US"/>
              <a:t>Edit Master text styles</a:t>
            </a:r>
          </a:p>
        </p:txBody>
      </p:sp>
      <p:sp>
        <p:nvSpPr>
          <p:cNvPr id="42" name="Text Placeholder 12">
            <a:extLst>
              <a:ext uri="{FF2B5EF4-FFF2-40B4-BE49-F238E27FC236}">
                <a16:creationId xmlns:a16="http://schemas.microsoft.com/office/drawing/2014/main" id="{524ED87B-03EA-B748-8975-A9BE1042A3DB}"/>
              </a:ext>
            </a:extLst>
          </p:cNvPr>
          <p:cNvSpPr>
            <a:spLocks noGrp="1"/>
          </p:cNvSpPr>
          <p:nvPr>
            <p:ph type="body" sz="quarter" idx="20" hasCustomPrompt="1"/>
          </p:nvPr>
        </p:nvSpPr>
        <p:spPr>
          <a:xfrm>
            <a:off x="838098" y="4821694"/>
            <a:ext cx="2270862" cy="640907"/>
          </a:xfrm>
          <a:prstGeom prst="rect">
            <a:avLst/>
          </a:prstGeom>
        </p:spPr>
        <p:txBody>
          <a:bodyPr lIns="0" tIns="0" rIns="0" bIns="0">
            <a:noAutofit/>
          </a:bodyPr>
          <a:lstStyle>
            <a:lvl1pPr marL="0" indent="0" algn="ctr">
              <a:lnSpc>
                <a:spcPct val="150000"/>
              </a:lnSpc>
              <a:buNone/>
              <a:defRPr sz="1200"/>
            </a:lvl1pPr>
            <a:lvl2pPr>
              <a:defRPr sz="1200"/>
            </a:lvl2pPr>
            <a:lvl3pPr>
              <a:defRPr sz="1200"/>
            </a:lvl3pPr>
            <a:lvl4pPr>
              <a:defRPr sz="1200"/>
            </a:lvl4pPr>
            <a:lvl5pPr>
              <a:defRPr sz="1200"/>
            </a:lvl5pPr>
          </a:lstStyle>
          <a:p>
            <a:pPr lvl="0"/>
            <a:r>
              <a:rPr lang="en-US"/>
              <a:t>Edit Body text styles Lorem ipsum dolor.</a:t>
            </a:r>
          </a:p>
        </p:txBody>
      </p:sp>
      <p:sp>
        <p:nvSpPr>
          <p:cNvPr id="24" name="Rectangle 23">
            <a:extLst>
              <a:ext uri="{FF2B5EF4-FFF2-40B4-BE49-F238E27FC236}">
                <a16:creationId xmlns:a16="http://schemas.microsoft.com/office/drawing/2014/main" id="{53F14E45-9CE6-D940-A33C-A8FC3D18302C}"/>
              </a:ext>
            </a:extLst>
          </p:cNvPr>
          <p:cNvSpPr>
            <a:spLocks noChangeAspect="1"/>
          </p:cNvSpPr>
          <p:nvPr userDrawn="1"/>
        </p:nvSpPr>
        <p:spPr>
          <a:xfrm>
            <a:off x="4339625" y="3740239"/>
            <a:ext cx="649455" cy="649455"/>
          </a:xfrm>
          <a:prstGeom prst="rect">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00EF631-2581-8A47-9EE0-7A0AB519FE44}"/>
              </a:ext>
            </a:extLst>
          </p:cNvPr>
          <p:cNvSpPr>
            <a:spLocks noChangeAspect="1"/>
          </p:cNvSpPr>
          <p:nvPr userDrawn="1"/>
        </p:nvSpPr>
        <p:spPr>
          <a:xfrm>
            <a:off x="7030449" y="3740239"/>
            <a:ext cx="649455" cy="649455"/>
          </a:xfrm>
          <a:prstGeom prst="rect">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E20F95B-DFCD-4149-864D-543416357CBD}"/>
              </a:ext>
            </a:extLst>
          </p:cNvPr>
          <p:cNvSpPr>
            <a:spLocks noChangeAspect="1"/>
          </p:cNvSpPr>
          <p:nvPr userDrawn="1"/>
        </p:nvSpPr>
        <p:spPr>
          <a:xfrm>
            <a:off x="9721273" y="3740238"/>
            <a:ext cx="649455" cy="649455"/>
          </a:xfrm>
          <a:prstGeom prst="rect">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Placeholder 10">
            <a:extLst>
              <a:ext uri="{FF2B5EF4-FFF2-40B4-BE49-F238E27FC236}">
                <a16:creationId xmlns:a16="http://schemas.microsoft.com/office/drawing/2014/main" id="{3CF6E452-4D02-1B4B-BCD2-4C0E29ACA4D2}"/>
              </a:ext>
            </a:extLst>
          </p:cNvPr>
          <p:cNvSpPr>
            <a:spLocks noGrp="1"/>
          </p:cNvSpPr>
          <p:nvPr>
            <p:ph type="body" sz="quarter" idx="21"/>
          </p:nvPr>
        </p:nvSpPr>
        <p:spPr>
          <a:xfrm>
            <a:off x="3528922" y="4530436"/>
            <a:ext cx="2270862" cy="190079"/>
          </a:xfrm>
          <a:prstGeom prst="rect">
            <a:avLst/>
          </a:prstGeom>
        </p:spPr>
        <p:txBody>
          <a:bodyPr lIns="0" tIns="0" bIns="0">
            <a:normAutofit/>
          </a:bodyPr>
          <a:lstStyle>
            <a:lvl1pPr marL="0" indent="0" algn="ctr">
              <a:buNone/>
              <a:defRPr sz="1200" b="1"/>
            </a:lvl1pPr>
            <a:lvl2pPr marL="457200" indent="0">
              <a:buNone/>
              <a:defRPr sz="1400" b="1"/>
            </a:lvl2pPr>
            <a:lvl3pPr marL="914400" indent="0">
              <a:buNone/>
              <a:defRPr sz="1400" b="1"/>
            </a:lvl3pPr>
            <a:lvl4pPr marL="1371600" indent="0">
              <a:buNone/>
              <a:defRPr sz="1400" b="1"/>
            </a:lvl4pPr>
            <a:lvl5pPr marL="1828800" indent="0">
              <a:buNone/>
              <a:defRPr sz="1400" b="1"/>
            </a:lvl5pPr>
          </a:lstStyle>
          <a:p>
            <a:pPr lvl="0"/>
            <a:r>
              <a:rPr lang="en-US"/>
              <a:t>Edit Master text styles</a:t>
            </a:r>
          </a:p>
        </p:txBody>
      </p:sp>
      <p:sp>
        <p:nvSpPr>
          <p:cNvPr id="38" name="Text Placeholder 12">
            <a:extLst>
              <a:ext uri="{FF2B5EF4-FFF2-40B4-BE49-F238E27FC236}">
                <a16:creationId xmlns:a16="http://schemas.microsoft.com/office/drawing/2014/main" id="{58B2AA72-5FCC-D648-88B8-83437EB32B9D}"/>
              </a:ext>
            </a:extLst>
          </p:cNvPr>
          <p:cNvSpPr>
            <a:spLocks noGrp="1"/>
          </p:cNvSpPr>
          <p:nvPr>
            <p:ph type="body" sz="quarter" idx="22" hasCustomPrompt="1"/>
          </p:nvPr>
        </p:nvSpPr>
        <p:spPr>
          <a:xfrm>
            <a:off x="3528922" y="4821694"/>
            <a:ext cx="2270862" cy="640907"/>
          </a:xfrm>
          <a:prstGeom prst="rect">
            <a:avLst/>
          </a:prstGeom>
        </p:spPr>
        <p:txBody>
          <a:bodyPr lIns="0" tIns="0" rIns="0" bIns="0">
            <a:noAutofit/>
          </a:bodyPr>
          <a:lstStyle>
            <a:lvl1pPr marL="0" indent="0" algn="ctr">
              <a:lnSpc>
                <a:spcPct val="150000"/>
              </a:lnSpc>
              <a:buNone/>
              <a:defRPr sz="1200"/>
            </a:lvl1pPr>
            <a:lvl2pPr>
              <a:defRPr sz="1200"/>
            </a:lvl2pPr>
            <a:lvl3pPr>
              <a:defRPr sz="1200"/>
            </a:lvl3pPr>
            <a:lvl4pPr>
              <a:defRPr sz="1200"/>
            </a:lvl4pPr>
            <a:lvl5pPr>
              <a:defRPr sz="1200"/>
            </a:lvl5pPr>
          </a:lstStyle>
          <a:p>
            <a:pPr lvl="0"/>
            <a:r>
              <a:rPr lang="en-US"/>
              <a:t>Edit Body text styles Lorem ipsum dolor.</a:t>
            </a:r>
          </a:p>
        </p:txBody>
      </p:sp>
      <p:sp>
        <p:nvSpPr>
          <p:cNvPr id="40" name="Text Placeholder 10">
            <a:extLst>
              <a:ext uri="{FF2B5EF4-FFF2-40B4-BE49-F238E27FC236}">
                <a16:creationId xmlns:a16="http://schemas.microsoft.com/office/drawing/2014/main" id="{97EE57C6-91A6-E946-AC83-C31743169071}"/>
              </a:ext>
            </a:extLst>
          </p:cNvPr>
          <p:cNvSpPr>
            <a:spLocks noGrp="1"/>
          </p:cNvSpPr>
          <p:nvPr>
            <p:ph type="body" sz="quarter" idx="23"/>
          </p:nvPr>
        </p:nvSpPr>
        <p:spPr>
          <a:xfrm>
            <a:off x="6220120" y="4530436"/>
            <a:ext cx="2270862" cy="190079"/>
          </a:xfrm>
          <a:prstGeom prst="rect">
            <a:avLst/>
          </a:prstGeom>
        </p:spPr>
        <p:txBody>
          <a:bodyPr lIns="0" tIns="0" bIns="0">
            <a:normAutofit/>
          </a:bodyPr>
          <a:lstStyle>
            <a:lvl1pPr marL="0" indent="0" algn="ctr">
              <a:buNone/>
              <a:defRPr sz="1200" b="1"/>
            </a:lvl1pPr>
            <a:lvl2pPr marL="457200" indent="0">
              <a:buNone/>
              <a:defRPr sz="1400" b="1"/>
            </a:lvl2pPr>
            <a:lvl3pPr marL="914400" indent="0">
              <a:buNone/>
              <a:defRPr sz="1400" b="1"/>
            </a:lvl3pPr>
            <a:lvl4pPr marL="1371600" indent="0">
              <a:buNone/>
              <a:defRPr sz="1400" b="1"/>
            </a:lvl4pPr>
            <a:lvl5pPr marL="1828800" indent="0">
              <a:buNone/>
              <a:defRPr sz="1400" b="1"/>
            </a:lvl5pPr>
          </a:lstStyle>
          <a:p>
            <a:pPr lvl="0"/>
            <a:r>
              <a:rPr lang="en-US"/>
              <a:t>Edit Master text styles</a:t>
            </a:r>
          </a:p>
        </p:txBody>
      </p:sp>
      <p:sp>
        <p:nvSpPr>
          <p:cNvPr id="43" name="Text Placeholder 12">
            <a:extLst>
              <a:ext uri="{FF2B5EF4-FFF2-40B4-BE49-F238E27FC236}">
                <a16:creationId xmlns:a16="http://schemas.microsoft.com/office/drawing/2014/main" id="{F475015D-4B85-1A41-988E-E2D3BDDA9969}"/>
              </a:ext>
            </a:extLst>
          </p:cNvPr>
          <p:cNvSpPr>
            <a:spLocks noGrp="1"/>
          </p:cNvSpPr>
          <p:nvPr>
            <p:ph type="body" sz="quarter" idx="24" hasCustomPrompt="1"/>
          </p:nvPr>
        </p:nvSpPr>
        <p:spPr>
          <a:xfrm>
            <a:off x="6219746" y="4821694"/>
            <a:ext cx="2270862" cy="640907"/>
          </a:xfrm>
          <a:prstGeom prst="rect">
            <a:avLst/>
          </a:prstGeom>
        </p:spPr>
        <p:txBody>
          <a:bodyPr lIns="0" tIns="0" rIns="0" bIns="0">
            <a:noAutofit/>
          </a:bodyPr>
          <a:lstStyle>
            <a:lvl1pPr marL="0" indent="0" algn="ctr">
              <a:lnSpc>
                <a:spcPct val="150000"/>
              </a:lnSpc>
              <a:buNone/>
              <a:defRPr sz="1200"/>
            </a:lvl1pPr>
            <a:lvl2pPr>
              <a:defRPr sz="1200"/>
            </a:lvl2pPr>
            <a:lvl3pPr>
              <a:defRPr sz="1200"/>
            </a:lvl3pPr>
            <a:lvl4pPr>
              <a:defRPr sz="1200"/>
            </a:lvl4pPr>
            <a:lvl5pPr>
              <a:defRPr sz="1200"/>
            </a:lvl5pPr>
          </a:lstStyle>
          <a:p>
            <a:pPr lvl="0"/>
            <a:r>
              <a:rPr lang="en-US"/>
              <a:t>Edit Body text styles Lorem ipsum dolor.</a:t>
            </a:r>
          </a:p>
        </p:txBody>
      </p:sp>
      <p:sp>
        <p:nvSpPr>
          <p:cNvPr id="44" name="Text Placeholder 10">
            <a:extLst>
              <a:ext uri="{FF2B5EF4-FFF2-40B4-BE49-F238E27FC236}">
                <a16:creationId xmlns:a16="http://schemas.microsoft.com/office/drawing/2014/main" id="{D5417F86-0EA5-B24B-9575-83DE037B39EE}"/>
              </a:ext>
            </a:extLst>
          </p:cNvPr>
          <p:cNvSpPr>
            <a:spLocks noGrp="1"/>
          </p:cNvSpPr>
          <p:nvPr>
            <p:ph type="body" sz="quarter" idx="25"/>
          </p:nvPr>
        </p:nvSpPr>
        <p:spPr>
          <a:xfrm>
            <a:off x="8911317" y="4530436"/>
            <a:ext cx="2270862" cy="190079"/>
          </a:xfrm>
          <a:prstGeom prst="rect">
            <a:avLst/>
          </a:prstGeom>
        </p:spPr>
        <p:txBody>
          <a:bodyPr lIns="0" tIns="0" bIns="0">
            <a:normAutofit/>
          </a:bodyPr>
          <a:lstStyle>
            <a:lvl1pPr marL="0" indent="0" algn="ctr">
              <a:buNone/>
              <a:defRPr sz="1200" b="1"/>
            </a:lvl1pPr>
            <a:lvl2pPr marL="457200" indent="0">
              <a:buNone/>
              <a:defRPr sz="1400" b="1"/>
            </a:lvl2pPr>
            <a:lvl3pPr marL="914400" indent="0">
              <a:buNone/>
              <a:defRPr sz="1400" b="1"/>
            </a:lvl3pPr>
            <a:lvl4pPr marL="1371600" indent="0">
              <a:buNone/>
              <a:defRPr sz="1400" b="1"/>
            </a:lvl4pPr>
            <a:lvl5pPr marL="1828800" indent="0">
              <a:buNone/>
              <a:defRPr sz="1400" b="1"/>
            </a:lvl5pPr>
          </a:lstStyle>
          <a:p>
            <a:pPr lvl="0"/>
            <a:r>
              <a:rPr lang="en-US"/>
              <a:t>Edit Master text styles</a:t>
            </a:r>
          </a:p>
        </p:txBody>
      </p:sp>
      <p:sp>
        <p:nvSpPr>
          <p:cNvPr id="45" name="Text Placeholder 12">
            <a:extLst>
              <a:ext uri="{FF2B5EF4-FFF2-40B4-BE49-F238E27FC236}">
                <a16:creationId xmlns:a16="http://schemas.microsoft.com/office/drawing/2014/main" id="{0E74F20D-5CD7-C740-909E-FC02184496CA}"/>
              </a:ext>
            </a:extLst>
          </p:cNvPr>
          <p:cNvSpPr>
            <a:spLocks noGrp="1"/>
          </p:cNvSpPr>
          <p:nvPr>
            <p:ph type="body" sz="quarter" idx="26" hasCustomPrompt="1"/>
          </p:nvPr>
        </p:nvSpPr>
        <p:spPr>
          <a:xfrm>
            <a:off x="8911317" y="4821694"/>
            <a:ext cx="2270862" cy="640907"/>
          </a:xfrm>
          <a:prstGeom prst="rect">
            <a:avLst/>
          </a:prstGeom>
        </p:spPr>
        <p:txBody>
          <a:bodyPr lIns="0" tIns="0" rIns="0" bIns="0">
            <a:noAutofit/>
          </a:bodyPr>
          <a:lstStyle>
            <a:lvl1pPr marL="0" indent="0" algn="ctr">
              <a:lnSpc>
                <a:spcPct val="150000"/>
              </a:lnSpc>
              <a:buNone/>
              <a:defRPr sz="1200"/>
            </a:lvl1pPr>
            <a:lvl2pPr>
              <a:defRPr sz="1200"/>
            </a:lvl2pPr>
            <a:lvl3pPr>
              <a:defRPr sz="1200"/>
            </a:lvl3pPr>
            <a:lvl4pPr>
              <a:defRPr sz="1200"/>
            </a:lvl4pPr>
            <a:lvl5pPr>
              <a:defRPr sz="1200"/>
            </a:lvl5pPr>
          </a:lstStyle>
          <a:p>
            <a:pPr lvl="0"/>
            <a:r>
              <a:rPr lang="en-US"/>
              <a:t>Edit Body text styles Lorem ipsum dolor.</a:t>
            </a:r>
          </a:p>
        </p:txBody>
      </p:sp>
      <p:sp>
        <p:nvSpPr>
          <p:cNvPr id="46" name="Text Placeholder 3">
            <a:extLst>
              <a:ext uri="{FF2B5EF4-FFF2-40B4-BE49-F238E27FC236}">
                <a16:creationId xmlns:a16="http://schemas.microsoft.com/office/drawing/2014/main" id="{84347265-09C0-6F4D-8BA3-AAC86293CB4E}"/>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31251492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with Icons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5D4DBB4-F938-C74E-85C1-7BA26A4347D1}"/>
              </a:ext>
            </a:extLst>
          </p:cNvPr>
          <p:cNvSpPr>
            <a:spLocks noGrp="1"/>
          </p:cNvSpPr>
          <p:nvPr>
            <p:ph type="ctrTitle" hasCustomPrompt="1"/>
          </p:nvPr>
        </p:nvSpPr>
        <p:spPr>
          <a:xfrm>
            <a:off x="838799" y="673098"/>
            <a:ext cx="8072518" cy="760381"/>
          </a:xfrm>
          <a:prstGeom prst="rect">
            <a:avLst/>
          </a:prstGeom>
        </p:spPr>
        <p:txBody>
          <a:bodyPr lIns="0" tIns="0" rIns="0" bIns="0" anchor="ctr" anchorCtr="0">
            <a:noAutofit/>
          </a:bodyPr>
          <a:lstStyle>
            <a:lvl1pPr algn="l">
              <a:defRPr sz="3200" b="1"/>
            </a:lvl1pPr>
          </a:lstStyle>
          <a:p>
            <a:r>
              <a:rPr lang="en-US"/>
              <a:t>Lorem Ipsum Dolor Sit </a:t>
            </a:r>
            <a:r>
              <a:rPr lang="en-US" err="1"/>
              <a:t>Amet</a:t>
            </a:r>
            <a:r>
              <a:rPr lang="en-US"/>
              <a:t>, </a:t>
            </a:r>
            <a:r>
              <a:rPr lang="en-US" err="1"/>
              <a:t>Conse</a:t>
            </a:r>
            <a:r>
              <a:rPr lang="en-US"/>
              <a:t> </a:t>
            </a:r>
            <a:r>
              <a:rPr lang="en-US" err="1"/>
              <a:t>Adipiscing</a:t>
            </a:r>
            <a:r>
              <a:rPr lang="en-US"/>
              <a:t> </a:t>
            </a:r>
            <a:r>
              <a:rPr lang="en-US" err="1"/>
              <a:t>Malesuada</a:t>
            </a:r>
            <a:r>
              <a:rPr lang="en-US"/>
              <a:t> Lib</a:t>
            </a:r>
          </a:p>
        </p:txBody>
      </p:sp>
      <p:sp>
        <p:nvSpPr>
          <p:cNvPr id="25" name="Text Placeholder 24">
            <a:extLst>
              <a:ext uri="{FF2B5EF4-FFF2-40B4-BE49-F238E27FC236}">
                <a16:creationId xmlns:a16="http://schemas.microsoft.com/office/drawing/2014/main" id="{C61CF3D2-2337-AC4D-BFBD-76DABB3723C0}"/>
              </a:ext>
            </a:extLst>
          </p:cNvPr>
          <p:cNvSpPr>
            <a:spLocks noGrp="1"/>
          </p:cNvSpPr>
          <p:nvPr>
            <p:ph type="body" sz="quarter" idx="11" hasCustomPrompt="1"/>
          </p:nvPr>
        </p:nvSpPr>
        <p:spPr>
          <a:xfrm>
            <a:off x="838199" y="1744717"/>
            <a:ext cx="8103920" cy="1684284"/>
          </a:xfrm>
          <a:prstGeom prst="rect">
            <a:avLst/>
          </a:prstGeom>
        </p:spPr>
        <p:txBody>
          <a:bodyPr lIns="0" tIns="0" rIns="0" bIns="0">
            <a:noAutofit/>
          </a:bodyPr>
          <a:lstStyle>
            <a:lvl1pPr marL="0" indent="0">
              <a:lnSpc>
                <a:spcPct val="150000"/>
              </a:lnSpc>
              <a:buNone/>
              <a:defRPr sz="18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Edit Master text styles Lorem ipsum dolor sit amet, consectetuer adipiscing elit. Maecenas porttitor congue massa. Fusce posuere, magna sed pulvinar ultricies, purus lectus malesuada libero, sit amet commodo magna eros quis </a:t>
            </a:r>
            <a:r>
              <a:rPr lang="en-US" err="1"/>
              <a:t>urna</a:t>
            </a:r>
            <a:r>
              <a:rPr lang="en-US"/>
              <a:t>. Nunc viverra imperdiet enim. Fusce est. </a:t>
            </a:r>
            <a:r>
              <a:rPr lang="en-US" err="1"/>
              <a:t>Proin</a:t>
            </a:r>
            <a:r>
              <a:rPr lang="en-US"/>
              <a:t> pharetra </a:t>
            </a:r>
            <a:r>
              <a:rPr lang="en-US" err="1"/>
              <a:t>nonummy</a:t>
            </a:r>
            <a:r>
              <a:rPr lang="en-US"/>
              <a:t> </a:t>
            </a:r>
            <a:r>
              <a:rPr lang="en-US" err="1"/>
              <a:t>pede</a:t>
            </a:r>
            <a:r>
              <a:rPr lang="en-US"/>
              <a:t>. </a:t>
            </a:r>
          </a:p>
        </p:txBody>
      </p:sp>
      <p:sp>
        <p:nvSpPr>
          <p:cNvPr id="39" name="Rectangle 38">
            <a:extLst>
              <a:ext uri="{FF2B5EF4-FFF2-40B4-BE49-F238E27FC236}">
                <a16:creationId xmlns:a16="http://schemas.microsoft.com/office/drawing/2014/main" id="{73EB0256-4677-4F48-8914-4807788A8CDC}"/>
              </a:ext>
            </a:extLst>
          </p:cNvPr>
          <p:cNvSpPr>
            <a:spLocks noChangeAspect="1"/>
          </p:cNvSpPr>
          <p:nvPr userDrawn="1"/>
        </p:nvSpPr>
        <p:spPr>
          <a:xfrm>
            <a:off x="1408771" y="3740238"/>
            <a:ext cx="649455" cy="649455"/>
          </a:xfrm>
          <a:prstGeom prst="rect">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 Placeholder 10">
            <a:extLst>
              <a:ext uri="{FF2B5EF4-FFF2-40B4-BE49-F238E27FC236}">
                <a16:creationId xmlns:a16="http://schemas.microsoft.com/office/drawing/2014/main" id="{4564CD82-8344-A34B-8CDE-8CE45ABFD895}"/>
              </a:ext>
            </a:extLst>
          </p:cNvPr>
          <p:cNvSpPr>
            <a:spLocks noGrp="1"/>
          </p:cNvSpPr>
          <p:nvPr>
            <p:ph type="body" sz="quarter" idx="19"/>
          </p:nvPr>
        </p:nvSpPr>
        <p:spPr>
          <a:xfrm>
            <a:off x="597694" y="4530436"/>
            <a:ext cx="2270862" cy="190079"/>
          </a:xfrm>
          <a:prstGeom prst="rect">
            <a:avLst/>
          </a:prstGeom>
        </p:spPr>
        <p:txBody>
          <a:bodyPr lIns="0" tIns="0" bIns="0">
            <a:normAutofit/>
          </a:bodyPr>
          <a:lstStyle>
            <a:lvl1pPr marL="0" indent="0" algn="ctr">
              <a:buNone/>
              <a:defRPr sz="1200" b="1"/>
            </a:lvl1pPr>
            <a:lvl2pPr marL="457200" indent="0">
              <a:buNone/>
              <a:defRPr sz="1400" b="1"/>
            </a:lvl2pPr>
            <a:lvl3pPr marL="914400" indent="0">
              <a:buNone/>
              <a:defRPr sz="1400" b="1"/>
            </a:lvl3pPr>
            <a:lvl4pPr marL="1371600" indent="0">
              <a:buNone/>
              <a:defRPr sz="1400" b="1"/>
            </a:lvl4pPr>
            <a:lvl5pPr marL="1828800" indent="0">
              <a:buNone/>
              <a:defRPr sz="1400" b="1"/>
            </a:lvl5pPr>
          </a:lstStyle>
          <a:p>
            <a:pPr lvl="0"/>
            <a:r>
              <a:rPr lang="en-US"/>
              <a:t>Edit Master text styles</a:t>
            </a:r>
          </a:p>
        </p:txBody>
      </p:sp>
      <p:sp>
        <p:nvSpPr>
          <p:cNvPr id="42" name="Text Placeholder 12">
            <a:extLst>
              <a:ext uri="{FF2B5EF4-FFF2-40B4-BE49-F238E27FC236}">
                <a16:creationId xmlns:a16="http://schemas.microsoft.com/office/drawing/2014/main" id="{524ED87B-03EA-B748-8975-A9BE1042A3DB}"/>
              </a:ext>
            </a:extLst>
          </p:cNvPr>
          <p:cNvSpPr>
            <a:spLocks noGrp="1"/>
          </p:cNvSpPr>
          <p:nvPr>
            <p:ph type="body" sz="quarter" idx="20" hasCustomPrompt="1"/>
          </p:nvPr>
        </p:nvSpPr>
        <p:spPr>
          <a:xfrm>
            <a:off x="598068" y="4821694"/>
            <a:ext cx="2270862" cy="640907"/>
          </a:xfrm>
          <a:prstGeom prst="rect">
            <a:avLst/>
          </a:prstGeom>
        </p:spPr>
        <p:txBody>
          <a:bodyPr lIns="0" tIns="0" rIns="0" bIns="0">
            <a:noAutofit/>
          </a:bodyPr>
          <a:lstStyle>
            <a:lvl1pPr marL="0" indent="0" algn="ctr">
              <a:lnSpc>
                <a:spcPct val="150000"/>
              </a:lnSpc>
              <a:buNone/>
              <a:defRPr sz="1200"/>
            </a:lvl1pPr>
            <a:lvl2pPr>
              <a:defRPr sz="1200"/>
            </a:lvl2pPr>
            <a:lvl3pPr>
              <a:defRPr sz="1200"/>
            </a:lvl3pPr>
            <a:lvl4pPr>
              <a:defRPr sz="1200"/>
            </a:lvl4pPr>
            <a:lvl5pPr>
              <a:defRPr sz="1200"/>
            </a:lvl5pPr>
          </a:lstStyle>
          <a:p>
            <a:pPr lvl="0"/>
            <a:r>
              <a:rPr lang="en-US"/>
              <a:t>Edit Body text styles Lorem ipsum dolor.</a:t>
            </a:r>
          </a:p>
        </p:txBody>
      </p:sp>
      <p:sp>
        <p:nvSpPr>
          <p:cNvPr id="24" name="Rectangle 23">
            <a:extLst>
              <a:ext uri="{FF2B5EF4-FFF2-40B4-BE49-F238E27FC236}">
                <a16:creationId xmlns:a16="http://schemas.microsoft.com/office/drawing/2014/main" id="{53F14E45-9CE6-D940-A33C-A8FC3D18302C}"/>
              </a:ext>
            </a:extLst>
          </p:cNvPr>
          <p:cNvSpPr>
            <a:spLocks noChangeAspect="1"/>
          </p:cNvSpPr>
          <p:nvPr userDrawn="1"/>
        </p:nvSpPr>
        <p:spPr>
          <a:xfrm>
            <a:off x="4099595" y="3740239"/>
            <a:ext cx="649455" cy="649455"/>
          </a:xfrm>
          <a:prstGeom prst="rect">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00EF631-2581-8A47-9EE0-7A0AB519FE44}"/>
              </a:ext>
            </a:extLst>
          </p:cNvPr>
          <p:cNvSpPr>
            <a:spLocks noChangeAspect="1"/>
          </p:cNvSpPr>
          <p:nvPr userDrawn="1"/>
        </p:nvSpPr>
        <p:spPr>
          <a:xfrm>
            <a:off x="6790419" y="3740239"/>
            <a:ext cx="649455" cy="649455"/>
          </a:xfrm>
          <a:prstGeom prst="rect">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E20F95B-DFCD-4149-864D-543416357CBD}"/>
              </a:ext>
            </a:extLst>
          </p:cNvPr>
          <p:cNvSpPr>
            <a:spLocks noChangeAspect="1"/>
          </p:cNvSpPr>
          <p:nvPr userDrawn="1"/>
        </p:nvSpPr>
        <p:spPr>
          <a:xfrm>
            <a:off x="9481243" y="3740238"/>
            <a:ext cx="649455" cy="649455"/>
          </a:xfrm>
          <a:prstGeom prst="rect">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Placeholder 10">
            <a:extLst>
              <a:ext uri="{FF2B5EF4-FFF2-40B4-BE49-F238E27FC236}">
                <a16:creationId xmlns:a16="http://schemas.microsoft.com/office/drawing/2014/main" id="{3CF6E452-4D02-1B4B-BCD2-4C0E29ACA4D2}"/>
              </a:ext>
            </a:extLst>
          </p:cNvPr>
          <p:cNvSpPr>
            <a:spLocks noGrp="1"/>
          </p:cNvSpPr>
          <p:nvPr>
            <p:ph type="body" sz="quarter" idx="21"/>
          </p:nvPr>
        </p:nvSpPr>
        <p:spPr>
          <a:xfrm>
            <a:off x="3288892" y="4530436"/>
            <a:ext cx="2270862" cy="190079"/>
          </a:xfrm>
          <a:prstGeom prst="rect">
            <a:avLst/>
          </a:prstGeom>
        </p:spPr>
        <p:txBody>
          <a:bodyPr lIns="0" tIns="0" bIns="0">
            <a:normAutofit/>
          </a:bodyPr>
          <a:lstStyle>
            <a:lvl1pPr marL="0" indent="0" algn="ctr">
              <a:buNone/>
              <a:defRPr sz="1200" b="1"/>
            </a:lvl1pPr>
            <a:lvl2pPr marL="457200" indent="0">
              <a:buNone/>
              <a:defRPr sz="1400" b="1"/>
            </a:lvl2pPr>
            <a:lvl3pPr marL="914400" indent="0">
              <a:buNone/>
              <a:defRPr sz="1400" b="1"/>
            </a:lvl3pPr>
            <a:lvl4pPr marL="1371600" indent="0">
              <a:buNone/>
              <a:defRPr sz="1400" b="1"/>
            </a:lvl4pPr>
            <a:lvl5pPr marL="1828800" indent="0">
              <a:buNone/>
              <a:defRPr sz="1400" b="1"/>
            </a:lvl5pPr>
          </a:lstStyle>
          <a:p>
            <a:pPr lvl="0"/>
            <a:r>
              <a:rPr lang="en-US"/>
              <a:t>Edit Master text styles</a:t>
            </a:r>
          </a:p>
        </p:txBody>
      </p:sp>
      <p:sp>
        <p:nvSpPr>
          <p:cNvPr id="38" name="Text Placeholder 12">
            <a:extLst>
              <a:ext uri="{FF2B5EF4-FFF2-40B4-BE49-F238E27FC236}">
                <a16:creationId xmlns:a16="http://schemas.microsoft.com/office/drawing/2014/main" id="{58B2AA72-5FCC-D648-88B8-83437EB32B9D}"/>
              </a:ext>
            </a:extLst>
          </p:cNvPr>
          <p:cNvSpPr>
            <a:spLocks noGrp="1"/>
          </p:cNvSpPr>
          <p:nvPr>
            <p:ph type="body" sz="quarter" idx="22" hasCustomPrompt="1"/>
          </p:nvPr>
        </p:nvSpPr>
        <p:spPr>
          <a:xfrm>
            <a:off x="3288892" y="4821694"/>
            <a:ext cx="2270862" cy="640907"/>
          </a:xfrm>
          <a:prstGeom prst="rect">
            <a:avLst/>
          </a:prstGeom>
        </p:spPr>
        <p:txBody>
          <a:bodyPr lIns="0" tIns="0" rIns="0" bIns="0">
            <a:noAutofit/>
          </a:bodyPr>
          <a:lstStyle>
            <a:lvl1pPr marL="0" indent="0" algn="ctr">
              <a:lnSpc>
                <a:spcPct val="150000"/>
              </a:lnSpc>
              <a:buNone/>
              <a:defRPr sz="1200"/>
            </a:lvl1pPr>
            <a:lvl2pPr>
              <a:defRPr sz="1200"/>
            </a:lvl2pPr>
            <a:lvl3pPr>
              <a:defRPr sz="1200"/>
            </a:lvl3pPr>
            <a:lvl4pPr>
              <a:defRPr sz="1200"/>
            </a:lvl4pPr>
            <a:lvl5pPr>
              <a:defRPr sz="1200"/>
            </a:lvl5pPr>
          </a:lstStyle>
          <a:p>
            <a:pPr lvl="0"/>
            <a:r>
              <a:rPr lang="en-US"/>
              <a:t>Edit Body text styles Lorem ipsum dolor.</a:t>
            </a:r>
          </a:p>
        </p:txBody>
      </p:sp>
      <p:sp>
        <p:nvSpPr>
          <p:cNvPr id="40" name="Text Placeholder 10">
            <a:extLst>
              <a:ext uri="{FF2B5EF4-FFF2-40B4-BE49-F238E27FC236}">
                <a16:creationId xmlns:a16="http://schemas.microsoft.com/office/drawing/2014/main" id="{97EE57C6-91A6-E946-AC83-C31743169071}"/>
              </a:ext>
            </a:extLst>
          </p:cNvPr>
          <p:cNvSpPr>
            <a:spLocks noGrp="1"/>
          </p:cNvSpPr>
          <p:nvPr>
            <p:ph type="body" sz="quarter" idx="23"/>
          </p:nvPr>
        </p:nvSpPr>
        <p:spPr>
          <a:xfrm>
            <a:off x="5980090" y="4530436"/>
            <a:ext cx="2270862" cy="190079"/>
          </a:xfrm>
          <a:prstGeom prst="rect">
            <a:avLst/>
          </a:prstGeom>
        </p:spPr>
        <p:txBody>
          <a:bodyPr lIns="0" tIns="0" bIns="0">
            <a:normAutofit/>
          </a:bodyPr>
          <a:lstStyle>
            <a:lvl1pPr marL="0" indent="0" algn="ctr">
              <a:buNone/>
              <a:defRPr sz="1200" b="1"/>
            </a:lvl1pPr>
            <a:lvl2pPr marL="457200" indent="0">
              <a:buNone/>
              <a:defRPr sz="1400" b="1"/>
            </a:lvl2pPr>
            <a:lvl3pPr marL="914400" indent="0">
              <a:buNone/>
              <a:defRPr sz="1400" b="1"/>
            </a:lvl3pPr>
            <a:lvl4pPr marL="1371600" indent="0">
              <a:buNone/>
              <a:defRPr sz="1400" b="1"/>
            </a:lvl4pPr>
            <a:lvl5pPr marL="1828800" indent="0">
              <a:buNone/>
              <a:defRPr sz="1400" b="1"/>
            </a:lvl5pPr>
          </a:lstStyle>
          <a:p>
            <a:pPr lvl="0"/>
            <a:r>
              <a:rPr lang="en-US"/>
              <a:t>Edit Master text styles</a:t>
            </a:r>
          </a:p>
        </p:txBody>
      </p:sp>
      <p:sp>
        <p:nvSpPr>
          <p:cNvPr id="43" name="Text Placeholder 12">
            <a:extLst>
              <a:ext uri="{FF2B5EF4-FFF2-40B4-BE49-F238E27FC236}">
                <a16:creationId xmlns:a16="http://schemas.microsoft.com/office/drawing/2014/main" id="{F475015D-4B85-1A41-988E-E2D3BDDA9969}"/>
              </a:ext>
            </a:extLst>
          </p:cNvPr>
          <p:cNvSpPr>
            <a:spLocks noGrp="1"/>
          </p:cNvSpPr>
          <p:nvPr>
            <p:ph type="body" sz="quarter" idx="24" hasCustomPrompt="1"/>
          </p:nvPr>
        </p:nvSpPr>
        <p:spPr>
          <a:xfrm>
            <a:off x="5979716" y="4821694"/>
            <a:ext cx="2270862" cy="640907"/>
          </a:xfrm>
          <a:prstGeom prst="rect">
            <a:avLst/>
          </a:prstGeom>
        </p:spPr>
        <p:txBody>
          <a:bodyPr lIns="0" tIns="0" rIns="0" bIns="0">
            <a:noAutofit/>
          </a:bodyPr>
          <a:lstStyle>
            <a:lvl1pPr marL="0" indent="0" algn="ctr">
              <a:lnSpc>
                <a:spcPct val="150000"/>
              </a:lnSpc>
              <a:buNone/>
              <a:defRPr sz="1200"/>
            </a:lvl1pPr>
            <a:lvl2pPr>
              <a:defRPr sz="1200"/>
            </a:lvl2pPr>
            <a:lvl3pPr>
              <a:defRPr sz="1200"/>
            </a:lvl3pPr>
            <a:lvl4pPr>
              <a:defRPr sz="1200"/>
            </a:lvl4pPr>
            <a:lvl5pPr>
              <a:defRPr sz="1200"/>
            </a:lvl5pPr>
          </a:lstStyle>
          <a:p>
            <a:pPr lvl="0"/>
            <a:r>
              <a:rPr lang="en-US"/>
              <a:t>Edit Body text styles Lorem ipsum dolor.</a:t>
            </a:r>
          </a:p>
        </p:txBody>
      </p:sp>
      <p:sp>
        <p:nvSpPr>
          <p:cNvPr id="44" name="Text Placeholder 10">
            <a:extLst>
              <a:ext uri="{FF2B5EF4-FFF2-40B4-BE49-F238E27FC236}">
                <a16:creationId xmlns:a16="http://schemas.microsoft.com/office/drawing/2014/main" id="{D5417F86-0EA5-B24B-9575-83DE037B39EE}"/>
              </a:ext>
            </a:extLst>
          </p:cNvPr>
          <p:cNvSpPr>
            <a:spLocks noGrp="1"/>
          </p:cNvSpPr>
          <p:nvPr>
            <p:ph type="body" sz="quarter" idx="25"/>
          </p:nvPr>
        </p:nvSpPr>
        <p:spPr>
          <a:xfrm>
            <a:off x="8671287" y="4530436"/>
            <a:ext cx="2270862" cy="190079"/>
          </a:xfrm>
          <a:prstGeom prst="rect">
            <a:avLst/>
          </a:prstGeom>
        </p:spPr>
        <p:txBody>
          <a:bodyPr lIns="0" tIns="0" bIns="0">
            <a:normAutofit/>
          </a:bodyPr>
          <a:lstStyle>
            <a:lvl1pPr marL="0" indent="0" algn="ctr">
              <a:buNone/>
              <a:defRPr sz="1200" b="1"/>
            </a:lvl1pPr>
            <a:lvl2pPr marL="457200" indent="0">
              <a:buNone/>
              <a:defRPr sz="1400" b="1"/>
            </a:lvl2pPr>
            <a:lvl3pPr marL="914400" indent="0">
              <a:buNone/>
              <a:defRPr sz="1400" b="1"/>
            </a:lvl3pPr>
            <a:lvl4pPr marL="1371600" indent="0">
              <a:buNone/>
              <a:defRPr sz="1400" b="1"/>
            </a:lvl4pPr>
            <a:lvl5pPr marL="1828800" indent="0">
              <a:buNone/>
              <a:defRPr sz="1400" b="1"/>
            </a:lvl5pPr>
          </a:lstStyle>
          <a:p>
            <a:pPr lvl="0"/>
            <a:r>
              <a:rPr lang="en-US"/>
              <a:t>Edit Master text styles</a:t>
            </a:r>
          </a:p>
        </p:txBody>
      </p:sp>
      <p:sp>
        <p:nvSpPr>
          <p:cNvPr id="45" name="Text Placeholder 12">
            <a:extLst>
              <a:ext uri="{FF2B5EF4-FFF2-40B4-BE49-F238E27FC236}">
                <a16:creationId xmlns:a16="http://schemas.microsoft.com/office/drawing/2014/main" id="{0E74F20D-5CD7-C740-909E-FC02184496CA}"/>
              </a:ext>
            </a:extLst>
          </p:cNvPr>
          <p:cNvSpPr>
            <a:spLocks noGrp="1"/>
          </p:cNvSpPr>
          <p:nvPr>
            <p:ph type="body" sz="quarter" idx="26" hasCustomPrompt="1"/>
          </p:nvPr>
        </p:nvSpPr>
        <p:spPr>
          <a:xfrm>
            <a:off x="8671287" y="4821694"/>
            <a:ext cx="2270862" cy="640907"/>
          </a:xfrm>
          <a:prstGeom prst="rect">
            <a:avLst/>
          </a:prstGeom>
        </p:spPr>
        <p:txBody>
          <a:bodyPr lIns="0" tIns="0" rIns="0" bIns="0">
            <a:noAutofit/>
          </a:bodyPr>
          <a:lstStyle>
            <a:lvl1pPr marL="0" indent="0" algn="ctr">
              <a:lnSpc>
                <a:spcPct val="150000"/>
              </a:lnSpc>
              <a:buNone/>
              <a:defRPr sz="1200"/>
            </a:lvl1pPr>
            <a:lvl2pPr>
              <a:defRPr sz="1200"/>
            </a:lvl2pPr>
            <a:lvl3pPr>
              <a:defRPr sz="1200"/>
            </a:lvl3pPr>
            <a:lvl4pPr>
              <a:defRPr sz="1200"/>
            </a:lvl4pPr>
            <a:lvl5pPr>
              <a:defRPr sz="1200"/>
            </a:lvl5pPr>
          </a:lstStyle>
          <a:p>
            <a:pPr lvl="0"/>
            <a:r>
              <a:rPr lang="en-US"/>
              <a:t>Edit Body text styles Lorem ipsum dolor.</a:t>
            </a:r>
          </a:p>
        </p:txBody>
      </p:sp>
      <p:sp>
        <p:nvSpPr>
          <p:cNvPr id="17" name="Picture Placeholder 2">
            <a:extLst>
              <a:ext uri="{FF2B5EF4-FFF2-40B4-BE49-F238E27FC236}">
                <a16:creationId xmlns:a16="http://schemas.microsoft.com/office/drawing/2014/main" id="{07A005EE-7FD8-4544-AA41-55B32EB9BCCB}"/>
              </a:ext>
            </a:extLst>
          </p:cNvPr>
          <p:cNvSpPr>
            <a:spLocks noGrp="1"/>
          </p:cNvSpPr>
          <p:nvPr>
            <p:ph type="pic" sz="quarter" idx="39"/>
          </p:nvPr>
        </p:nvSpPr>
        <p:spPr>
          <a:xfrm>
            <a:off x="8911317" y="0"/>
            <a:ext cx="3280683" cy="5723371"/>
          </a:xfrm>
          <a:custGeom>
            <a:avLst/>
            <a:gdLst>
              <a:gd name="connsiteX0" fmla="*/ 0 w 3280683"/>
              <a:gd name="connsiteY0" fmla="*/ 0 h 5553075"/>
              <a:gd name="connsiteX1" fmla="*/ 3280683 w 3280683"/>
              <a:gd name="connsiteY1" fmla="*/ 0 h 5553075"/>
              <a:gd name="connsiteX2" fmla="*/ 3280683 w 3280683"/>
              <a:gd name="connsiteY2" fmla="*/ 5553075 h 5553075"/>
              <a:gd name="connsiteX3" fmla="*/ 0 w 3280683"/>
              <a:gd name="connsiteY3" fmla="*/ 5553075 h 5553075"/>
              <a:gd name="connsiteX4" fmla="*/ 0 w 3280683"/>
              <a:gd name="connsiteY4" fmla="*/ 0 h 5553075"/>
              <a:gd name="connsiteX0" fmla="*/ 0 w 3280683"/>
              <a:gd name="connsiteY0" fmla="*/ 0 h 5553075"/>
              <a:gd name="connsiteX1" fmla="*/ 3280683 w 3280683"/>
              <a:gd name="connsiteY1" fmla="*/ 0 h 5553075"/>
              <a:gd name="connsiteX2" fmla="*/ 3280683 w 3280683"/>
              <a:gd name="connsiteY2" fmla="*/ 5553075 h 5553075"/>
              <a:gd name="connsiteX3" fmla="*/ 3255818 w 3280683"/>
              <a:gd name="connsiteY3" fmla="*/ 5553075 h 5553075"/>
              <a:gd name="connsiteX4" fmla="*/ 0 w 3280683"/>
              <a:gd name="connsiteY4" fmla="*/ 0 h 5553075"/>
              <a:gd name="connsiteX0" fmla="*/ 0 w 3280683"/>
              <a:gd name="connsiteY0" fmla="*/ 0 h 5691621"/>
              <a:gd name="connsiteX1" fmla="*/ 3280683 w 3280683"/>
              <a:gd name="connsiteY1" fmla="*/ 0 h 5691621"/>
              <a:gd name="connsiteX2" fmla="*/ 3280683 w 3280683"/>
              <a:gd name="connsiteY2" fmla="*/ 5553075 h 5691621"/>
              <a:gd name="connsiteX3" fmla="*/ 3269673 w 3280683"/>
              <a:gd name="connsiteY3" fmla="*/ 5691621 h 5691621"/>
              <a:gd name="connsiteX4" fmla="*/ 0 w 3280683"/>
              <a:gd name="connsiteY4" fmla="*/ 0 h 5691621"/>
              <a:gd name="connsiteX0" fmla="*/ 0 w 3280683"/>
              <a:gd name="connsiteY0" fmla="*/ 0 h 5723371"/>
              <a:gd name="connsiteX1" fmla="*/ 3280683 w 3280683"/>
              <a:gd name="connsiteY1" fmla="*/ 0 h 5723371"/>
              <a:gd name="connsiteX2" fmla="*/ 3280683 w 3280683"/>
              <a:gd name="connsiteY2" fmla="*/ 5553075 h 5723371"/>
              <a:gd name="connsiteX3" fmla="*/ 3276023 w 3280683"/>
              <a:gd name="connsiteY3" fmla="*/ 5723371 h 5723371"/>
              <a:gd name="connsiteX4" fmla="*/ 0 w 3280683"/>
              <a:gd name="connsiteY4" fmla="*/ 0 h 572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0683" h="5723371">
                <a:moveTo>
                  <a:pt x="0" y="0"/>
                </a:moveTo>
                <a:lnTo>
                  <a:pt x="3280683" y="0"/>
                </a:lnTo>
                <a:lnTo>
                  <a:pt x="3280683" y="5553075"/>
                </a:lnTo>
                <a:lnTo>
                  <a:pt x="3276023" y="5723371"/>
                </a:lnTo>
                <a:lnTo>
                  <a:pt x="0" y="0"/>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a:ln>
            <a:noFill/>
          </a:ln>
        </p:spPr>
        <p:txBody>
          <a:bodyPr>
            <a:normAutofit/>
          </a:bodyPr>
          <a:lstStyle>
            <a:lvl1pPr algn="ctr">
              <a:defRPr sz="1800">
                <a:solidFill>
                  <a:schemeClr val="tx1"/>
                </a:solidFill>
              </a:defRPr>
            </a:lvl1pPr>
          </a:lstStyle>
          <a:p>
            <a:endParaRPr lang="en-US"/>
          </a:p>
          <a:p>
            <a:endParaRPr lang="en-US"/>
          </a:p>
        </p:txBody>
      </p:sp>
      <p:sp>
        <p:nvSpPr>
          <p:cNvPr id="19" name="Freeform 18">
            <a:extLst>
              <a:ext uri="{FF2B5EF4-FFF2-40B4-BE49-F238E27FC236}">
                <a16:creationId xmlns:a16="http://schemas.microsoft.com/office/drawing/2014/main" id="{6241C6E3-ECE0-6648-8C57-B1DB66D03279}"/>
              </a:ext>
            </a:extLst>
          </p:cNvPr>
          <p:cNvSpPr/>
          <p:nvPr userDrawn="1"/>
        </p:nvSpPr>
        <p:spPr>
          <a:xfrm>
            <a:off x="8647269" y="0"/>
            <a:ext cx="3544731" cy="6139656"/>
          </a:xfrm>
          <a:custGeom>
            <a:avLst/>
            <a:gdLst>
              <a:gd name="connsiteX0" fmla="*/ 0 w 3544731"/>
              <a:gd name="connsiteY0" fmla="*/ 0 h 6139656"/>
              <a:gd name="connsiteX1" fmla="*/ 262869 w 3544731"/>
              <a:gd name="connsiteY1" fmla="*/ 0 h 6139656"/>
              <a:gd name="connsiteX2" fmla="*/ 3544731 w 3544731"/>
              <a:gd name="connsiteY2" fmla="*/ 5684353 h 6139656"/>
              <a:gd name="connsiteX3" fmla="*/ 3544731 w 3544731"/>
              <a:gd name="connsiteY3" fmla="*/ 6139656 h 6139656"/>
            </a:gdLst>
            <a:ahLst/>
            <a:cxnLst>
              <a:cxn ang="0">
                <a:pos x="connsiteX0" y="connsiteY0"/>
              </a:cxn>
              <a:cxn ang="0">
                <a:pos x="connsiteX1" y="connsiteY1"/>
              </a:cxn>
              <a:cxn ang="0">
                <a:pos x="connsiteX2" y="connsiteY2"/>
              </a:cxn>
              <a:cxn ang="0">
                <a:pos x="connsiteX3" y="connsiteY3"/>
              </a:cxn>
            </a:cxnLst>
            <a:rect l="l" t="t" r="r" b="b"/>
            <a:pathLst>
              <a:path w="3544731" h="6139656">
                <a:moveTo>
                  <a:pt x="0" y="0"/>
                </a:moveTo>
                <a:lnTo>
                  <a:pt x="262869" y="0"/>
                </a:lnTo>
                <a:lnTo>
                  <a:pt x="3544731" y="5684353"/>
                </a:lnTo>
                <a:lnTo>
                  <a:pt x="3544731" y="6139656"/>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A2637253-29B8-C24E-B31C-B7C7A54C10DD}"/>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19962148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with Charts">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B62A58F7-B047-EF47-BD52-61E542814624}"/>
              </a:ext>
            </a:extLst>
          </p:cNvPr>
          <p:cNvSpPr>
            <a:spLocks noGrp="1"/>
          </p:cNvSpPr>
          <p:nvPr>
            <p:ph type="chart" sz="quarter" idx="39"/>
          </p:nvPr>
        </p:nvSpPr>
        <p:spPr>
          <a:xfrm>
            <a:off x="591599" y="1718504"/>
            <a:ext cx="1908028" cy="1700598"/>
          </a:xfrm>
          <a:prstGeom prst="rect">
            <a:avLst/>
          </a:prstGeom>
        </p:spPr>
        <p:txBody>
          <a:bodyPr/>
          <a:lstStyle>
            <a:lvl1pPr algn="ctr">
              <a:defRPr sz="800"/>
            </a:lvl1pPr>
          </a:lstStyle>
          <a:p>
            <a:endParaRPr lang="en-US"/>
          </a:p>
        </p:txBody>
      </p:sp>
      <p:sp>
        <p:nvSpPr>
          <p:cNvPr id="11" name="Chart Placeholder 10">
            <a:extLst>
              <a:ext uri="{FF2B5EF4-FFF2-40B4-BE49-F238E27FC236}">
                <a16:creationId xmlns:a16="http://schemas.microsoft.com/office/drawing/2014/main" id="{57C391B9-EA53-7946-93EC-883CF3192B90}"/>
              </a:ext>
            </a:extLst>
          </p:cNvPr>
          <p:cNvSpPr>
            <a:spLocks noGrp="1"/>
          </p:cNvSpPr>
          <p:nvPr>
            <p:ph type="chart" sz="quarter" idx="40"/>
          </p:nvPr>
        </p:nvSpPr>
        <p:spPr>
          <a:xfrm>
            <a:off x="2904587" y="1714500"/>
            <a:ext cx="1908000" cy="1700598"/>
          </a:xfrm>
          <a:prstGeom prst="rect">
            <a:avLst/>
          </a:prstGeom>
        </p:spPr>
        <p:txBody>
          <a:bodyPr>
            <a:normAutofit/>
          </a:bodyPr>
          <a:lstStyle>
            <a:lvl1pPr algn="ctr">
              <a:defRPr sz="800"/>
            </a:lvl1pPr>
          </a:lstStyle>
          <a:p>
            <a:endParaRPr lang="en-US"/>
          </a:p>
        </p:txBody>
      </p:sp>
      <p:sp>
        <p:nvSpPr>
          <p:cNvPr id="13" name="Chart Placeholder 12">
            <a:extLst>
              <a:ext uri="{FF2B5EF4-FFF2-40B4-BE49-F238E27FC236}">
                <a16:creationId xmlns:a16="http://schemas.microsoft.com/office/drawing/2014/main" id="{71B9B1EF-F380-AB43-A15A-8D8C2D3251F2}"/>
              </a:ext>
            </a:extLst>
          </p:cNvPr>
          <p:cNvSpPr>
            <a:spLocks noGrp="1"/>
          </p:cNvSpPr>
          <p:nvPr>
            <p:ph type="chart" sz="quarter" idx="41"/>
          </p:nvPr>
        </p:nvSpPr>
        <p:spPr>
          <a:xfrm>
            <a:off x="5358862" y="1714287"/>
            <a:ext cx="1908027" cy="1698838"/>
          </a:xfrm>
          <a:prstGeom prst="rect">
            <a:avLst/>
          </a:prstGeom>
        </p:spPr>
        <p:txBody>
          <a:bodyPr>
            <a:normAutofit/>
          </a:bodyPr>
          <a:lstStyle>
            <a:lvl1pPr algn="ctr">
              <a:defRPr sz="800"/>
            </a:lvl1pPr>
          </a:lstStyle>
          <a:p>
            <a:endParaRPr lang="en-US"/>
          </a:p>
        </p:txBody>
      </p:sp>
      <p:sp>
        <p:nvSpPr>
          <p:cNvPr id="15" name="Chart Placeholder 14">
            <a:extLst>
              <a:ext uri="{FF2B5EF4-FFF2-40B4-BE49-F238E27FC236}">
                <a16:creationId xmlns:a16="http://schemas.microsoft.com/office/drawing/2014/main" id="{AE62E9EE-8D41-5F44-B179-A8F936EDE1F1}"/>
              </a:ext>
            </a:extLst>
          </p:cNvPr>
          <p:cNvSpPr>
            <a:spLocks noGrp="1"/>
          </p:cNvSpPr>
          <p:nvPr>
            <p:ph type="chart" sz="quarter" idx="42"/>
          </p:nvPr>
        </p:nvSpPr>
        <p:spPr>
          <a:xfrm>
            <a:off x="7813137" y="1714287"/>
            <a:ext cx="1908027" cy="1698838"/>
          </a:xfrm>
          <a:prstGeom prst="rect">
            <a:avLst/>
          </a:prstGeom>
        </p:spPr>
        <p:txBody>
          <a:bodyPr>
            <a:normAutofit/>
          </a:bodyPr>
          <a:lstStyle>
            <a:lvl1pPr algn="ctr">
              <a:defRPr sz="800"/>
            </a:lvl1pPr>
          </a:lstStyle>
          <a:p>
            <a:endParaRPr lang="en-US"/>
          </a:p>
        </p:txBody>
      </p:sp>
      <p:sp>
        <p:nvSpPr>
          <p:cNvPr id="18" name="Rectangle 17">
            <a:extLst>
              <a:ext uri="{FF2B5EF4-FFF2-40B4-BE49-F238E27FC236}">
                <a16:creationId xmlns:a16="http://schemas.microsoft.com/office/drawing/2014/main" id="{0D16C084-68FE-0347-90D9-91A900A60B99}"/>
              </a:ext>
            </a:extLst>
          </p:cNvPr>
          <p:cNvSpPr>
            <a:spLocks noChangeAspect="1"/>
          </p:cNvSpPr>
          <p:nvPr userDrawn="1"/>
        </p:nvSpPr>
        <p:spPr>
          <a:xfrm>
            <a:off x="821708" y="4750005"/>
            <a:ext cx="900000" cy="90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icture Placeholder 16">
            <a:extLst>
              <a:ext uri="{FF2B5EF4-FFF2-40B4-BE49-F238E27FC236}">
                <a16:creationId xmlns:a16="http://schemas.microsoft.com/office/drawing/2014/main" id="{0CB09871-8545-EB4A-81B2-9651C67EB16A}"/>
              </a:ext>
            </a:extLst>
          </p:cNvPr>
          <p:cNvSpPr>
            <a:spLocks noGrp="1"/>
          </p:cNvSpPr>
          <p:nvPr>
            <p:ph type="pic" sz="quarter" idx="43"/>
          </p:nvPr>
        </p:nvSpPr>
        <p:spPr>
          <a:xfrm>
            <a:off x="1019672" y="4973442"/>
            <a:ext cx="456296" cy="443059"/>
          </a:xfrm>
          <a:prstGeom prst="rect">
            <a:avLst/>
          </a:prstGeom>
          <a:noFill/>
        </p:spPr>
        <p:txBody>
          <a:bodyPr/>
          <a:lstStyle>
            <a:lvl1pPr algn="ctr">
              <a:defRPr sz="600">
                <a:solidFill>
                  <a:schemeClr val="bg1"/>
                </a:solidFill>
              </a:defRPr>
            </a:lvl1pPr>
          </a:lstStyle>
          <a:p>
            <a:endParaRPr lang="en-US"/>
          </a:p>
        </p:txBody>
      </p:sp>
      <p:cxnSp>
        <p:nvCxnSpPr>
          <p:cNvPr id="20" name="Straight Connector 19">
            <a:extLst>
              <a:ext uri="{FF2B5EF4-FFF2-40B4-BE49-F238E27FC236}">
                <a16:creationId xmlns:a16="http://schemas.microsoft.com/office/drawing/2014/main" id="{0F792484-EE08-5D4F-9CAA-1878C597ABAC}"/>
              </a:ext>
            </a:extLst>
          </p:cNvPr>
          <p:cNvCxnSpPr>
            <a:cxnSpLocks/>
          </p:cNvCxnSpPr>
          <p:nvPr userDrawn="1"/>
        </p:nvCxnSpPr>
        <p:spPr>
          <a:xfrm>
            <a:off x="591599" y="4586519"/>
            <a:ext cx="1007999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47B6864F-9BEA-B146-9C7B-0483CAAA825A}"/>
              </a:ext>
            </a:extLst>
          </p:cNvPr>
          <p:cNvSpPr>
            <a:spLocks noGrp="1"/>
          </p:cNvSpPr>
          <p:nvPr>
            <p:ph type="body" sz="quarter" idx="44" hasCustomPrompt="1"/>
          </p:nvPr>
        </p:nvSpPr>
        <p:spPr>
          <a:xfrm>
            <a:off x="2320226" y="4749483"/>
            <a:ext cx="8351371" cy="900112"/>
          </a:xfrm>
          <a:prstGeom prst="rect">
            <a:avLst/>
          </a:prstGeom>
        </p:spPr>
        <p:txBody>
          <a:bodyPr lIns="0" tIns="0" rIns="0" bIns="0">
            <a:noAutofit/>
          </a:bodyPr>
          <a:lstStyle>
            <a:lvl1pPr marL="0" indent="0">
              <a:lnSpc>
                <a:spcPct val="150000"/>
              </a:lnSpc>
              <a:buNone/>
              <a:defRPr sz="1200" b="0"/>
            </a:lvl1pPr>
          </a:lstStyle>
          <a:p>
            <a:pPr lvl="0"/>
            <a:r>
              <a:rPr lang="en-US"/>
              <a:t>Click to edit Master subtitle style Click to edit Master subtitle style - 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a:t>
            </a:r>
            <a:r>
              <a:rPr lang="en-US" err="1"/>
              <a:t>sed</a:t>
            </a:r>
            <a:r>
              <a:rPr lang="en-US"/>
              <a:t> pulvinar </a:t>
            </a:r>
            <a:r>
              <a:rPr lang="en-US" err="1"/>
              <a:t>ultricies</a:t>
            </a:r>
            <a:r>
              <a:rPr lang="en-US"/>
              <a:t>. 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 </a:t>
            </a:r>
            <a:r>
              <a:rPr lang="en-US" err="1"/>
              <a:t>Fusce</a:t>
            </a:r>
            <a:r>
              <a:rPr lang="en-US"/>
              <a:t> </a:t>
            </a:r>
            <a:r>
              <a:rPr lang="en-US" err="1"/>
              <a:t>posuere</a:t>
            </a:r>
            <a:r>
              <a:rPr lang="en-US"/>
              <a:t>, magna </a:t>
            </a:r>
            <a:r>
              <a:rPr lang="en-US" err="1"/>
              <a:t>sed</a:t>
            </a:r>
            <a:r>
              <a:rPr lang="en-US"/>
              <a:t> pulvinar </a:t>
            </a:r>
            <a:r>
              <a:rPr lang="en-US" err="1"/>
              <a:t>ultricies</a:t>
            </a:r>
            <a:r>
              <a:rPr lang="en-US"/>
              <a:t>. Lorem ipsum dolor sit </a:t>
            </a:r>
            <a:r>
              <a:rPr lang="en-US" err="1"/>
              <a:t>amet</a:t>
            </a:r>
            <a:r>
              <a:rPr lang="en-US"/>
              <a:t>.</a:t>
            </a:r>
          </a:p>
        </p:txBody>
      </p:sp>
      <p:sp>
        <p:nvSpPr>
          <p:cNvPr id="19" name="Text Placeholder 10">
            <a:extLst>
              <a:ext uri="{FF2B5EF4-FFF2-40B4-BE49-F238E27FC236}">
                <a16:creationId xmlns:a16="http://schemas.microsoft.com/office/drawing/2014/main" id="{10C66C0C-C707-DE45-9A1F-5150E8896032}"/>
              </a:ext>
            </a:extLst>
          </p:cNvPr>
          <p:cNvSpPr>
            <a:spLocks noGrp="1"/>
          </p:cNvSpPr>
          <p:nvPr>
            <p:ph type="body" sz="quarter" idx="19" hasCustomPrompt="1"/>
          </p:nvPr>
        </p:nvSpPr>
        <p:spPr>
          <a:xfrm>
            <a:off x="591225" y="3489217"/>
            <a:ext cx="1908028" cy="333517"/>
          </a:xfrm>
          <a:prstGeom prst="rect">
            <a:avLst/>
          </a:prstGeom>
        </p:spPr>
        <p:txBody>
          <a:bodyPr lIns="0" tIns="0" bIns="0" anchor="b">
            <a:normAutofit/>
          </a:bodyPr>
          <a:lstStyle>
            <a:lvl1pPr marL="0" indent="0" algn="ctr">
              <a:buNone/>
              <a:defRPr sz="1200" b="1"/>
            </a:lvl1pPr>
            <a:lvl2pPr marL="457200" indent="0">
              <a:buNone/>
              <a:defRPr sz="1400" b="1"/>
            </a:lvl2pPr>
            <a:lvl3pPr marL="914400" indent="0">
              <a:buNone/>
              <a:defRPr sz="1400" b="1"/>
            </a:lvl3pPr>
            <a:lvl4pPr marL="1371600" indent="0">
              <a:buNone/>
              <a:defRPr sz="1400" b="1"/>
            </a:lvl4pPr>
            <a:lvl5pPr marL="1828800" indent="0">
              <a:buNone/>
              <a:defRPr sz="1400" b="1"/>
            </a:lvl5pPr>
          </a:lstStyle>
          <a:p>
            <a:pPr lvl="0"/>
            <a:r>
              <a:rPr lang="en-US"/>
              <a:t>Edit Master text styles</a:t>
            </a:r>
          </a:p>
        </p:txBody>
      </p:sp>
      <p:sp>
        <p:nvSpPr>
          <p:cNvPr id="21" name="Text Placeholder 12">
            <a:extLst>
              <a:ext uri="{FF2B5EF4-FFF2-40B4-BE49-F238E27FC236}">
                <a16:creationId xmlns:a16="http://schemas.microsoft.com/office/drawing/2014/main" id="{F64E8024-0B55-234E-948F-9C258E4EAE15}"/>
              </a:ext>
            </a:extLst>
          </p:cNvPr>
          <p:cNvSpPr>
            <a:spLocks noGrp="1"/>
          </p:cNvSpPr>
          <p:nvPr>
            <p:ph type="body" sz="quarter" idx="20" hasCustomPrompt="1"/>
          </p:nvPr>
        </p:nvSpPr>
        <p:spPr>
          <a:xfrm>
            <a:off x="591599" y="3923914"/>
            <a:ext cx="1908028" cy="473608"/>
          </a:xfrm>
          <a:prstGeom prst="rect">
            <a:avLst/>
          </a:prstGeom>
        </p:spPr>
        <p:txBody>
          <a:bodyPr lIns="0" tIns="0" rIns="0" bIns="0">
            <a:noAutofit/>
          </a:bodyPr>
          <a:lstStyle>
            <a:lvl1pPr marL="0" indent="0" algn="ctr">
              <a:lnSpc>
                <a:spcPct val="150000"/>
              </a:lnSpc>
              <a:buNone/>
              <a:defRPr sz="1200"/>
            </a:lvl1pPr>
            <a:lvl2pPr>
              <a:defRPr sz="1200"/>
            </a:lvl2pPr>
            <a:lvl3pPr>
              <a:defRPr sz="1200"/>
            </a:lvl3pPr>
            <a:lvl4pPr>
              <a:defRPr sz="1200"/>
            </a:lvl4pPr>
            <a:lvl5pPr>
              <a:defRPr sz="1200"/>
            </a:lvl5pPr>
          </a:lstStyle>
          <a:p>
            <a:pPr lvl="0"/>
            <a:r>
              <a:rPr lang="en-US"/>
              <a:t>Edit Master text styles lorem ipsum </a:t>
            </a:r>
            <a:r>
              <a:rPr lang="en-US" err="1"/>
              <a:t>dolo</a:t>
            </a:r>
            <a:r>
              <a:rPr lang="en-US"/>
              <a:t> sit </a:t>
            </a:r>
            <a:r>
              <a:rPr lang="en-US" err="1"/>
              <a:t>amet</a:t>
            </a:r>
            <a:r>
              <a:rPr lang="en-US"/>
              <a:t>.</a:t>
            </a:r>
          </a:p>
        </p:txBody>
      </p:sp>
      <p:sp>
        <p:nvSpPr>
          <p:cNvPr id="23" name="Text Placeholder 10">
            <a:extLst>
              <a:ext uri="{FF2B5EF4-FFF2-40B4-BE49-F238E27FC236}">
                <a16:creationId xmlns:a16="http://schemas.microsoft.com/office/drawing/2014/main" id="{C2601387-B1B3-174C-9241-9A3493347AF3}"/>
              </a:ext>
            </a:extLst>
          </p:cNvPr>
          <p:cNvSpPr>
            <a:spLocks noGrp="1"/>
          </p:cNvSpPr>
          <p:nvPr>
            <p:ph type="body" sz="quarter" idx="45" hasCustomPrompt="1"/>
          </p:nvPr>
        </p:nvSpPr>
        <p:spPr>
          <a:xfrm>
            <a:off x="2904587" y="3489217"/>
            <a:ext cx="1908028" cy="333517"/>
          </a:xfrm>
          <a:prstGeom prst="rect">
            <a:avLst/>
          </a:prstGeom>
        </p:spPr>
        <p:txBody>
          <a:bodyPr lIns="0" tIns="0" bIns="0" anchor="b">
            <a:normAutofit/>
          </a:bodyPr>
          <a:lstStyle>
            <a:lvl1pPr marL="0" indent="0" algn="ctr">
              <a:buNone/>
              <a:defRPr sz="1200" b="1"/>
            </a:lvl1pPr>
            <a:lvl2pPr marL="457200" indent="0">
              <a:buNone/>
              <a:defRPr sz="1400" b="1"/>
            </a:lvl2pPr>
            <a:lvl3pPr marL="914400" indent="0">
              <a:buNone/>
              <a:defRPr sz="1400" b="1"/>
            </a:lvl3pPr>
            <a:lvl4pPr marL="1371600" indent="0">
              <a:buNone/>
              <a:defRPr sz="1400" b="1"/>
            </a:lvl4pPr>
            <a:lvl5pPr marL="1828800" indent="0">
              <a:buNone/>
              <a:defRPr sz="1400" b="1"/>
            </a:lvl5pPr>
          </a:lstStyle>
          <a:p>
            <a:pPr lvl="0"/>
            <a:r>
              <a:rPr lang="en-US"/>
              <a:t>Edit Master text styles</a:t>
            </a:r>
          </a:p>
        </p:txBody>
      </p:sp>
      <p:sp>
        <p:nvSpPr>
          <p:cNvPr id="24" name="Text Placeholder 12">
            <a:extLst>
              <a:ext uri="{FF2B5EF4-FFF2-40B4-BE49-F238E27FC236}">
                <a16:creationId xmlns:a16="http://schemas.microsoft.com/office/drawing/2014/main" id="{4F73C6D6-796F-B143-A13B-564C23179FCA}"/>
              </a:ext>
            </a:extLst>
          </p:cNvPr>
          <p:cNvSpPr>
            <a:spLocks noGrp="1"/>
          </p:cNvSpPr>
          <p:nvPr>
            <p:ph type="body" sz="quarter" idx="46" hasCustomPrompt="1"/>
          </p:nvPr>
        </p:nvSpPr>
        <p:spPr>
          <a:xfrm>
            <a:off x="2904961" y="3923914"/>
            <a:ext cx="1908028" cy="473608"/>
          </a:xfrm>
          <a:prstGeom prst="rect">
            <a:avLst/>
          </a:prstGeom>
        </p:spPr>
        <p:txBody>
          <a:bodyPr lIns="0" tIns="0" rIns="0" bIns="0">
            <a:noAutofit/>
          </a:bodyPr>
          <a:lstStyle>
            <a:lvl1pPr marL="0" indent="0" algn="ctr">
              <a:lnSpc>
                <a:spcPct val="150000"/>
              </a:lnSpc>
              <a:buNone/>
              <a:defRPr sz="1200"/>
            </a:lvl1pPr>
            <a:lvl2pPr>
              <a:defRPr sz="1200"/>
            </a:lvl2pPr>
            <a:lvl3pPr>
              <a:defRPr sz="1200"/>
            </a:lvl3pPr>
            <a:lvl4pPr>
              <a:defRPr sz="1200"/>
            </a:lvl4pPr>
            <a:lvl5pPr>
              <a:defRPr sz="1200"/>
            </a:lvl5pPr>
          </a:lstStyle>
          <a:p>
            <a:pPr lvl="0"/>
            <a:r>
              <a:rPr lang="en-US"/>
              <a:t>Edit Master text styles lorem ipsum </a:t>
            </a:r>
            <a:r>
              <a:rPr lang="en-US" err="1"/>
              <a:t>dolo</a:t>
            </a:r>
            <a:r>
              <a:rPr lang="en-US"/>
              <a:t> sit </a:t>
            </a:r>
            <a:r>
              <a:rPr lang="en-US" err="1"/>
              <a:t>amet</a:t>
            </a:r>
            <a:r>
              <a:rPr lang="en-US"/>
              <a:t>.</a:t>
            </a:r>
          </a:p>
        </p:txBody>
      </p:sp>
      <p:sp>
        <p:nvSpPr>
          <p:cNvPr id="25" name="Text Placeholder 10">
            <a:extLst>
              <a:ext uri="{FF2B5EF4-FFF2-40B4-BE49-F238E27FC236}">
                <a16:creationId xmlns:a16="http://schemas.microsoft.com/office/drawing/2014/main" id="{7795C604-535F-4840-805F-1C9E58904FAC}"/>
              </a:ext>
            </a:extLst>
          </p:cNvPr>
          <p:cNvSpPr>
            <a:spLocks noGrp="1"/>
          </p:cNvSpPr>
          <p:nvPr>
            <p:ph type="body" sz="quarter" idx="47" hasCustomPrompt="1"/>
          </p:nvPr>
        </p:nvSpPr>
        <p:spPr>
          <a:xfrm>
            <a:off x="5358861" y="3489217"/>
            <a:ext cx="1908028" cy="333517"/>
          </a:xfrm>
          <a:prstGeom prst="rect">
            <a:avLst/>
          </a:prstGeom>
        </p:spPr>
        <p:txBody>
          <a:bodyPr lIns="0" tIns="0" bIns="0" anchor="b">
            <a:normAutofit/>
          </a:bodyPr>
          <a:lstStyle>
            <a:lvl1pPr marL="0" indent="0" algn="ctr">
              <a:buNone/>
              <a:defRPr sz="1200" b="1"/>
            </a:lvl1pPr>
            <a:lvl2pPr marL="457200" indent="0">
              <a:buNone/>
              <a:defRPr sz="1400" b="1"/>
            </a:lvl2pPr>
            <a:lvl3pPr marL="914400" indent="0">
              <a:buNone/>
              <a:defRPr sz="1400" b="1"/>
            </a:lvl3pPr>
            <a:lvl4pPr marL="1371600" indent="0">
              <a:buNone/>
              <a:defRPr sz="1400" b="1"/>
            </a:lvl4pPr>
            <a:lvl5pPr marL="1828800" indent="0">
              <a:buNone/>
              <a:defRPr sz="1400" b="1"/>
            </a:lvl5pPr>
          </a:lstStyle>
          <a:p>
            <a:pPr lvl="0"/>
            <a:r>
              <a:rPr lang="en-US"/>
              <a:t>Edit Master text styles</a:t>
            </a:r>
          </a:p>
        </p:txBody>
      </p:sp>
      <p:sp>
        <p:nvSpPr>
          <p:cNvPr id="26" name="Text Placeholder 12">
            <a:extLst>
              <a:ext uri="{FF2B5EF4-FFF2-40B4-BE49-F238E27FC236}">
                <a16:creationId xmlns:a16="http://schemas.microsoft.com/office/drawing/2014/main" id="{3801FCDD-4918-6A42-95AD-45185E1CD1ED}"/>
              </a:ext>
            </a:extLst>
          </p:cNvPr>
          <p:cNvSpPr>
            <a:spLocks noGrp="1"/>
          </p:cNvSpPr>
          <p:nvPr>
            <p:ph type="body" sz="quarter" idx="48" hasCustomPrompt="1"/>
          </p:nvPr>
        </p:nvSpPr>
        <p:spPr>
          <a:xfrm>
            <a:off x="5359235" y="3923914"/>
            <a:ext cx="1908028" cy="473608"/>
          </a:xfrm>
          <a:prstGeom prst="rect">
            <a:avLst/>
          </a:prstGeom>
        </p:spPr>
        <p:txBody>
          <a:bodyPr lIns="0" tIns="0" rIns="0" bIns="0">
            <a:noAutofit/>
          </a:bodyPr>
          <a:lstStyle>
            <a:lvl1pPr marL="0" indent="0" algn="ctr">
              <a:lnSpc>
                <a:spcPct val="150000"/>
              </a:lnSpc>
              <a:buNone/>
              <a:defRPr sz="1200"/>
            </a:lvl1pPr>
            <a:lvl2pPr>
              <a:defRPr sz="1200"/>
            </a:lvl2pPr>
            <a:lvl3pPr>
              <a:defRPr sz="1200"/>
            </a:lvl3pPr>
            <a:lvl4pPr>
              <a:defRPr sz="1200"/>
            </a:lvl4pPr>
            <a:lvl5pPr>
              <a:defRPr sz="1200"/>
            </a:lvl5pPr>
          </a:lstStyle>
          <a:p>
            <a:pPr lvl="0"/>
            <a:r>
              <a:rPr lang="en-US"/>
              <a:t>Edit Master text styles lorem ipsum </a:t>
            </a:r>
            <a:r>
              <a:rPr lang="en-US" err="1"/>
              <a:t>dolo</a:t>
            </a:r>
            <a:r>
              <a:rPr lang="en-US"/>
              <a:t> sit </a:t>
            </a:r>
            <a:r>
              <a:rPr lang="en-US" err="1"/>
              <a:t>amet</a:t>
            </a:r>
            <a:r>
              <a:rPr lang="en-US"/>
              <a:t>.</a:t>
            </a:r>
          </a:p>
        </p:txBody>
      </p:sp>
      <p:sp>
        <p:nvSpPr>
          <p:cNvPr id="27" name="Text Placeholder 10">
            <a:extLst>
              <a:ext uri="{FF2B5EF4-FFF2-40B4-BE49-F238E27FC236}">
                <a16:creationId xmlns:a16="http://schemas.microsoft.com/office/drawing/2014/main" id="{37DCB31F-AC7B-EE4A-B5A1-271AE3848800}"/>
              </a:ext>
            </a:extLst>
          </p:cNvPr>
          <p:cNvSpPr>
            <a:spLocks noGrp="1"/>
          </p:cNvSpPr>
          <p:nvPr>
            <p:ph type="body" sz="quarter" idx="49" hasCustomPrompt="1"/>
          </p:nvPr>
        </p:nvSpPr>
        <p:spPr>
          <a:xfrm>
            <a:off x="7813137" y="3489217"/>
            <a:ext cx="1908028" cy="333517"/>
          </a:xfrm>
          <a:prstGeom prst="rect">
            <a:avLst/>
          </a:prstGeom>
        </p:spPr>
        <p:txBody>
          <a:bodyPr lIns="0" tIns="0" bIns="0" anchor="b">
            <a:normAutofit/>
          </a:bodyPr>
          <a:lstStyle>
            <a:lvl1pPr marL="0" indent="0" algn="ctr">
              <a:buNone/>
              <a:defRPr sz="1200" b="1"/>
            </a:lvl1pPr>
            <a:lvl2pPr marL="457200" indent="0">
              <a:buNone/>
              <a:defRPr sz="1400" b="1"/>
            </a:lvl2pPr>
            <a:lvl3pPr marL="914400" indent="0">
              <a:buNone/>
              <a:defRPr sz="1400" b="1"/>
            </a:lvl3pPr>
            <a:lvl4pPr marL="1371600" indent="0">
              <a:buNone/>
              <a:defRPr sz="1400" b="1"/>
            </a:lvl4pPr>
            <a:lvl5pPr marL="1828800" indent="0">
              <a:buNone/>
              <a:defRPr sz="1400" b="1"/>
            </a:lvl5pPr>
          </a:lstStyle>
          <a:p>
            <a:pPr lvl="0"/>
            <a:r>
              <a:rPr lang="en-US"/>
              <a:t>Edit Master text styles</a:t>
            </a:r>
          </a:p>
        </p:txBody>
      </p:sp>
      <p:sp>
        <p:nvSpPr>
          <p:cNvPr id="28" name="Text Placeholder 12">
            <a:extLst>
              <a:ext uri="{FF2B5EF4-FFF2-40B4-BE49-F238E27FC236}">
                <a16:creationId xmlns:a16="http://schemas.microsoft.com/office/drawing/2014/main" id="{44498462-211F-6F4E-8D3E-95F45F656781}"/>
              </a:ext>
            </a:extLst>
          </p:cNvPr>
          <p:cNvSpPr>
            <a:spLocks noGrp="1"/>
          </p:cNvSpPr>
          <p:nvPr>
            <p:ph type="body" sz="quarter" idx="50" hasCustomPrompt="1"/>
          </p:nvPr>
        </p:nvSpPr>
        <p:spPr>
          <a:xfrm>
            <a:off x="7813511" y="3923914"/>
            <a:ext cx="1908028" cy="473608"/>
          </a:xfrm>
          <a:prstGeom prst="rect">
            <a:avLst/>
          </a:prstGeom>
        </p:spPr>
        <p:txBody>
          <a:bodyPr lIns="0" tIns="0" rIns="0" bIns="0">
            <a:noAutofit/>
          </a:bodyPr>
          <a:lstStyle>
            <a:lvl1pPr marL="0" indent="0" algn="ctr">
              <a:lnSpc>
                <a:spcPct val="150000"/>
              </a:lnSpc>
              <a:buNone/>
              <a:defRPr sz="1200"/>
            </a:lvl1pPr>
            <a:lvl2pPr>
              <a:defRPr sz="1200"/>
            </a:lvl2pPr>
            <a:lvl3pPr>
              <a:defRPr sz="1200"/>
            </a:lvl3pPr>
            <a:lvl4pPr>
              <a:defRPr sz="1200"/>
            </a:lvl4pPr>
            <a:lvl5pPr>
              <a:defRPr sz="1200"/>
            </a:lvl5pPr>
          </a:lstStyle>
          <a:p>
            <a:pPr lvl="0"/>
            <a:r>
              <a:rPr lang="en-US"/>
              <a:t>Edit Master text styles lorem ipsum </a:t>
            </a:r>
            <a:r>
              <a:rPr lang="en-US" err="1"/>
              <a:t>dolo</a:t>
            </a:r>
            <a:r>
              <a:rPr lang="en-US"/>
              <a:t> sit </a:t>
            </a:r>
            <a:r>
              <a:rPr lang="en-US" err="1"/>
              <a:t>amet</a:t>
            </a:r>
            <a:r>
              <a:rPr lang="en-US"/>
              <a:t>.</a:t>
            </a:r>
          </a:p>
        </p:txBody>
      </p:sp>
      <p:sp>
        <p:nvSpPr>
          <p:cNvPr id="30" name="Title 1">
            <a:extLst>
              <a:ext uri="{FF2B5EF4-FFF2-40B4-BE49-F238E27FC236}">
                <a16:creationId xmlns:a16="http://schemas.microsoft.com/office/drawing/2014/main" id="{D0454E3F-6336-394A-9DBB-C221071E4554}"/>
              </a:ext>
            </a:extLst>
          </p:cNvPr>
          <p:cNvSpPr>
            <a:spLocks noGrp="1"/>
          </p:cNvSpPr>
          <p:nvPr>
            <p:ph type="ctrTitle" hasCustomPrompt="1"/>
          </p:nvPr>
        </p:nvSpPr>
        <p:spPr>
          <a:xfrm>
            <a:off x="838799" y="673098"/>
            <a:ext cx="8072518" cy="760381"/>
          </a:xfrm>
          <a:prstGeom prst="rect">
            <a:avLst/>
          </a:prstGeom>
        </p:spPr>
        <p:txBody>
          <a:bodyPr lIns="0" tIns="0" rIns="0" bIns="0" anchor="ctr" anchorCtr="0">
            <a:noAutofit/>
          </a:bodyPr>
          <a:lstStyle>
            <a:lvl1pPr algn="l">
              <a:defRPr sz="3200" b="1"/>
            </a:lvl1pPr>
          </a:lstStyle>
          <a:p>
            <a:r>
              <a:rPr lang="en-US"/>
              <a:t>Lorem Ipsum Dolor Sit </a:t>
            </a:r>
            <a:r>
              <a:rPr lang="en-US" err="1"/>
              <a:t>Amet</a:t>
            </a:r>
            <a:r>
              <a:rPr lang="en-US"/>
              <a:t>, </a:t>
            </a:r>
            <a:r>
              <a:rPr lang="en-US" err="1"/>
              <a:t>Conse</a:t>
            </a:r>
            <a:r>
              <a:rPr lang="en-US"/>
              <a:t> </a:t>
            </a:r>
            <a:r>
              <a:rPr lang="en-US" err="1"/>
              <a:t>Adipiscing</a:t>
            </a:r>
            <a:r>
              <a:rPr lang="en-US"/>
              <a:t> </a:t>
            </a:r>
            <a:r>
              <a:rPr lang="en-US" err="1"/>
              <a:t>Malesuada</a:t>
            </a:r>
            <a:r>
              <a:rPr lang="en-US"/>
              <a:t> Lib</a:t>
            </a:r>
          </a:p>
        </p:txBody>
      </p:sp>
      <p:sp>
        <p:nvSpPr>
          <p:cNvPr id="32" name="Text Placeholder 3">
            <a:extLst>
              <a:ext uri="{FF2B5EF4-FFF2-40B4-BE49-F238E27FC236}">
                <a16:creationId xmlns:a16="http://schemas.microsoft.com/office/drawing/2014/main" id="{468C80F9-CBB1-1340-99D9-68CECDBDAC6E}"/>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763105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Flow Char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5D4DBB4-F938-C74E-85C1-7BA26A4347D1}"/>
              </a:ext>
            </a:extLst>
          </p:cNvPr>
          <p:cNvSpPr>
            <a:spLocks noGrp="1"/>
          </p:cNvSpPr>
          <p:nvPr>
            <p:ph type="ctrTitle" hasCustomPrompt="1"/>
          </p:nvPr>
        </p:nvSpPr>
        <p:spPr>
          <a:xfrm>
            <a:off x="838799" y="673098"/>
            <a:ext cx="8072518" cy="760381"/>
          </a:xfrm>
          <a:prstGeom prst="rect">
            <a:avLst/>
          </a:prstGeom>
        </p:spPr>
        <p:txBody>
          <a:bodyPr lIns="0" tIns="0" rIns="0" bIns="0" anchor="ctr" anchorCtr="0">
            <a:noAutofit/>
          </a:bodyPr>
          <a:lstStyle>
            <a:lvl1pPr algn="l">
              <a:defRPr sz="3200" b="1"/>
            </a:lvl1pPr>
          </a:lstStyle>
          <a:p>
            <a:r>
              <a:rPr lang="en-US"/>
              <a:t>Lorem Ipsum Dolor Sit </a:t>
            </a:r>
            <a:r>
              <a:rPr lang="en-US" err="1"/>
              <a:t>Amet</a:t>
            </a:r>
            <a:r>
              <a:rPr lang="en-US"/>
              <a:t>, </a:t>
            </a:r>
            <a:r>
              <a:rPr lang="en-US" err="1"/>
              <a:t>Conss</a:t>
            </a:r>
            <a:endParaRPr lang="en-US"/>
          </a:p>
        </p:txBody>
      </p:sp>
      <p:sp>
        <p:nvSpPr>
          <p:cNvPr id="17" name="Rectangle 16">
            <a:extLst>
              <a:ext uri="{FF2B5EF4-FFF2-40B4-BE49-F238E27FC236}">
                <a16:creationId xmlns:a16="http://schemas.microsoft.com/office/drawing/2014/main" id="{5FC349DE-D0D9-D34F-AF21-8D5348E6250A}"/>
              </a:ext>
            </a:extLst>
          </p:cNvPr>
          <p:cNvSpPr/>
          <p:nvPr userDrawn="1"/>
        </p:nvSpPr>
        <p:spPr>
          <a:xfrm>
            <a:off x="3177691" y="2214501"/>
            <a:ext cx="1294036" cy="12940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3B3029B-9090-874B-AD2D-140B02330A0A}"/>
              </a:ext>
            </a:extLst>
          </p:cNvPr>
          <p:cNvSpPr/>
          <p:nvPr userDrawn="1"/>
        </p:nvSpPr>
        <p:spPr>
          <a:xfrm>
            <a:off x="1681400" y="2220035"/>
            <a:ext cx="1294036" cy="129403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1DDB528-5770-224D-9B95-460EAF55AE7B}"/>
              </a:ext>
            </a:extLst>
          </p:cNvPr>
          <p:cNvSpPr/>
          <p:nvPr userDrawn="1"/>
        </p:nvSpPr>
        <p:spPr>
          <a:xfrm>
            <a:off x="3177691" y="3678191"/>
            <a:ext cx="1294036" cy="129403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C86ACA4-2374-6C4B-A408-895ED33F18AD}"/>
              </a:ext>
            </a:extLst>
          </p:cNvPr>
          <p:cNvSpPr/>
          <p:nvPr userDrawn="1"/>
        </p:nvSpPr>
        <p:spPr>
          <a:xfrm>
            <a:off x="1681400" y="3683725"/>
            <a:ext cx="1294036" cy="129403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a:extLst>
              <a:ext uri="{FF2B5EF4-FFF2-40B4-BE49-F238E27FC236}">
                <a16:creationId xmlns:a16="http://schemas.microsoft.com/office/drawing/2014/main" id="{7C6D9176-9A09-254A-A8E3-3C472FBB822A}"/>
              </a:ext>
            </a:extLst>
          </p:cNvPr>
          <p:cNvSpPr/>
          <p:nvPr userDrawn="1"/>
        </p:nvSpPr>
        <p:spPr>
          <a:xfrm>
            <a:off x="2916056" y="2719015"/>
            <a:ext cx="344763" cy="285008"/>
          </a:xfrm>
          <a:prstGeom prst="right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910CDCAE-B51E-0B4C-A45D-D28A1065E14D}"/>
              </a:ext>
            </a:extLst>
          </p:cNvPr>
          <p:cNvSpPr/>
          <p:nvPr userDrawn="1"/>
        </p:nvSpPr>
        <p:spPr>
          <a:xfrm rot="5400000">
            <a:off x="3652328" y="3464437"/>
            <a:ext cx="344763" cy="285008"/>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Arrow 27">
            <a:extLst>
              <a:ext uri="{FF2B5EF4-FFF2-40B4-BE49-F238E27FC236}">
                <a16:creationId xmlns:a16="http://schemas.microsoft.com/office/drawing/2014/main" id="{EA5664D1-BA4E-AD45-9D8B-B04B374122C8}"/>
              </a:ext>
            </a:extLst>
          </p:cNvPr>
          <p:cNvSpPr/>
          <p:nvPr userDrawn="1"/>
        </p:nvSpPr>
        <p:spPr>
          <a:xfrm rot="10800000">
            <a:off x="2892307" y="4182705"/>
            <a:ext cx="344763" cy="285008"/>
          </a:xfrm>
          <a:prstGeom prst="rightArrow">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a:extLst>
              <a:ext uri="{FF2B5EF4-FFF2-40B4-BE49-F238E27FC236}">
                <a16:creationId xmlns:a16="http://schemas.microsoft.com/office/drawing/2014/main" id="{F5FB1491-927C-AC4F-B46D-F513F6CB8560}"/>
              </a:ext>
            </a:extLst>
          </p:cNvPr>
          <p:cNvSpPr/>
          <p:nvPr userDrawn="1"/>
        </p:nvSpPr>
        <p:spPr>
          <a:xfrm rot="16200000">
            <a:off x="2156037" y="3444520"/>
            <a:ext cx="344763" cy="285008"/>
          </a:xfrm>
          <a:prstGeom prst="rightArrow">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Picture Placeholder 18">
            <a:extLst>
              <a:ext uri="{FF2B5EF4-FFF2-40B4-BE49-F238E27FC236}">
                <a16:creationId xmlns:a16="http://schemas.microsoft.com/office/drawing/2014/main" id="{98ABEBDE-D3DA-594E-AC27-32C192E171F4}"/>
              </a:ext>
            </a:extLst>
          </p:cNvPr>
          <p:cNvSpPr>
            <a:spLocks noGrp="1" noChangeAspect="1"/>
          </p:cNvSpPr>
          <p:nvPr>
            <p:ph type="pic" sz="quarter" idx="20" hasCustomPrompt="1"/>
          </p:nvPr>
        </p:nvSpPr>
        <p:spPr>
          <a:xfrm>
            <a:off x="3608709" y="4038869"/>
            <a:ext cx="432000" cy="432000"/>
          </a:xfrm>
          <a:prstGeom prst="rect">
            <a:avLst/>
          </a:prstGeom>
          <a:blipFill dpi="0" rotWithShape="1">
            <a:blip r:embed="rId2">
              <a:biLevel thresh="25000"/>
              <a:extLst>
                <a:ext uri="{96DAC541-7B7A-43D3-8B79-37D633B846F1}">
                  <asvg:svgBlip xmlns:asvg="http://schemas.microsoft.com/office/drawing/2016/SVG/main" r:embed="rId3"/>
                </a:ext>
              </a:extLst>
            </a:blip>
            <a:srcRect/>
            <a:stretch>
              <a:fillRect/>
            </a:stretch>
          </a:blipFill>
        </p:spPr>
        <p:txBody>
          <a:bodyPr anchor="ctr"/>
          <a:lstStyle>
            <a:lvl1pPr marL="0" indent="0" algn="ctr">
              <a:buNone/>
              <a:defRPr sz="600">
                <a:solidFill>
                  <a:schemeClr val="bg1"/>
                </a:solidFill>
              </a:defRPr>
            </a:lvl1pPr>
          </a:lstStyle>
          <a:p>
            <a:r>
              <a:rPr lang="en-US" err="1"/>
              <a:t>Clcik</a:t>
            </a:r>
            <a:r>
              <a:rPr lang="en-US"/>
              <a:t> to Add Icon Here</a:t>
            </a:r>
          </a:p>
        </p:txBody>
      </p:sp>
      <p:sp>
        <p:nvSpPr>
          <p:cNvPr id="31" name="Picture Placeholder 18">
            <a:extLst>
              <a:ext uri="{FF2B5EF4-FFF2-40B4-BE49-F238E27FC236}">
                <a16:creationId xmlns:a16="http://schemas.microsoft.com/office/drawing/2014/main" id="{92BE27EF-DA41-284C-96DA-62ED694AF600}"/>
              </a:ext>
            </a:extLst>
          </p:cNvPr>
          <p:cNvSpPr>
            <a:spLocks noGrp="1" noChangeAspect="1"/>
          </p:cNvSpPr>
          <p:nvPr>
            <p:ph type="pic" sz="quarter" idx="22" hasCustomPrompt="1"/>
          </p:nvPr>
        </p:nvSpPr>
        <p:spPr>
          <a:xfrm>
            <a:off x="3600491" y="2573584"/>
            <a:ext cx="432000" cy="432000"/>
          </a:xfrm>
          <a:prstGeom prst="rect">
            <a:avLst/>
          </a:prstGeom>
          <a:blipFill dpi="0" rotWithShape="1">
            <a:blip r:embed="rId4">
              <a:biLevel thresh="25000"/>
              <a:extLst>
                <a:ext uri="{96DAC541-7B7A-43D3-8B79-37D633B846F1}">
                  <asvg:svgBlip xmlns:asvg="http://schemas.microsoft.com/office/drawing/2016/SVG/main" r:embed="rId5"/>
                </a:ext>
              </a:extLst>
            </a:blip>
            <a:srcRect/>
            <a:stretch>
              <a:fillRect/>
            </a:stretch>
          </a:blipFill>
        </p:spPr>
        <p:txBody>
          <a:bodyPr anchor="ctr"/>
          <a:lstStyle>
            <a:lvl1pPr marL="0" indent="0" algn="ctr">
              <a:buNone/>
              <a:defRPr sz="600">
                <a:solidFill>
                  <a:schemeClr val="bg1"/>
                </a:solidFill>
              </a:defRPr>
            </a:lvl1pPr>
          </a:lstStyle>
          <a:p>
            <a:r>
              <a:rPr lang="en-US" err="1"/>
              <a:t>Clcik</a:t>
            </a:r>
            <a:r>
              <a:rPr lang="en-US"/>
              <a:t> to Add Icon Here</a:t>
            </a:r>
          </a:p>
        </p:txBody>
      </p:sp>
      <p:sp>
        <p:nvSpPr>
          <p:cNvPr id="32" name="Picture Placeholder 18">
            <a:extLst>
              <a:ext uri="{FF2B5EF4-FFF2-40B4-BE49-F238E27FC236}">
                <a16:creationId xmlns:a16="http://schemas.microsoft.com/office/drawing/2014/main" id="{3BE1AD2A-F266-644C-A717-30C75355BE31}"/>
              </a:ext>
            </a:extLst>
          </p:cNvPr>
          <p:cNvSpPr>
            <a:spLocks noGrp="1" noChangeAspect="1"/>
          </p:cNvSpPr>
          <p:nvPr>
            <p:ph type="pic" sz="quarter" idx="25" hasCustomPrompt="1"/>
          </p:nvPr>
        </p:nvSpPr>
        <p:spPr>
          <a:xfrm>
            <a:off x="2112418" y="2573584"/>
            <a:ext cx="432000" cy="432000"/>
          </a:xfrm>
          <a:prstGeom prst="rect">
            <a:avLst/>
          </a:prstGeom>
          <a:blipFill dpi="0" rotWithShape="1">
            <a:blip r:embed="rId6">
              <a:biLevel thresh="25000"/>
              <a:extLst>
                <a:ext uri="{96DAC541-7B7A-43D3-8B79-37D633B846F1}">
                  <asvg:svgBlip xmlns:asvg="http://schemas.microsoft.com/office/drawing/2016/SVG/main" r:embed="rId7"/>
                </a:ext>
              </a:extLst>
            </a:blip>
            <a:srcRect/>
            <a:stretch>
              <a:fillRect/>
            </a:stretch>
          </a:blipFill>
        </p:spPr>
        <p:txBody>
          <a:bodyPr anchor="ctr"/>
          <a:lstStyle>
            <a:lvl1pPr marL="0" indent="0" algn="ctr">
              <a:buNone/>
              <a:defRPr sz="600">
                <a:solidFill>
                  <a:schemeClr val="bg1"/>
                </a:solidFill>
              </a:defRPr>
            </a:lvl1pPr>
          </a:lstStyle>
          <a:p>
            <a:r>
              <a:rPr lang="en-US" err="1"/>
              <a:t>Clcik</a:t>
            </a:r>
            <a:r>
              <a:rPr lang="en-US"/>
              <a:t> to Add Icon Here</a:t>
            </a:r>
          </a:p>
        </p:txBody>
      </p:sp>
      <p:sp>
        <p:nvSpPr>
          <p:cNvPr id="33" name="Picture Placeholder 18">
            <a:extLst>
              <a:ext uri="{FF2B5EF4-FFF2-40B4-BE49-F238E27FC236}">
                <a16:creationId xmlns:a16="http://schemas.microsoft.com/office/drawing/2014/main" id="{C0E6E1C9-100C-2E48-B751-062E5DD3E549}"/>
              </a:ext>
            </a:extLst>
          </p:cNvPr>
          <p:cNvSpPr>
            <a:spLocks noGrp="1" noChangeAspect="1"/>
          </p:cNvSpPr>
          <p:nvPr>
            <p:ph type="pic" sz="quarter" idx="28" hasCustomPrompt="1"/>
          </p:nvPr>
        </p:nvSpPr>
        <p:spPr>
          <a:xfrm>
            <a:off x="2112418" y="4038869"/>
            <a:ext cx="432000" cy="432000"/>
          </a:xfrm>
          <a:prstGeom prst="rect">
            <a:avLst/>
          </a:prstGeom>
          <a:blipFill dpi="0" rotWithShape="1">
            <a:blip r:embed="rId8">
              <a:biLevel thresh="25000"/>
              <a:extLst>
                <a:ext uri="{96DAC541-7B7A-43D3-8B79-37D633B846F1}">
                  <asvg:svgBlip xmlns:asvg="http://schemas.microsoft.com/office/drawing/2016/SVG/main" r:embed="rId9"/>
                </a:ext>
              </a:extLst>
            </a:blip>
            <a:srcRect/>
            <a:stretch>
              <a:fillRect/>
            </a:stretch>
          </a:blipFill>
        </p:spPr>
        <p:txBody>
          <a:bodyPr anchor="ctr"/>
          <a:lstStyle>
            <a:lvl1pPr marL="0" indent="0" algn="ctr">
              <a:buNone/>
              <a:defRPr sz="600">
                <a:solidFill>
                  <a:schemeClr val="bg1"/>
                </a:solidFill>
              </a:defRPr>
            </a:lvl1pPr>
          </a:lstStyle>
          <a:p>
            <a:r>
              <a:rPr lang="en-US" err="1"/>
              <a:t>Clcik</a:t>
            </a:r>
            <a:r>
              <a:rPr lang="en-US"/>
              <a:t> to Add Icon Here</a:t>
            </a:r>
          </a:p>
        </p:txBody>
      </p:sp>
      <p:sp>
        <p:nvSpPr>
          <p:cNvPr id="34" name="Text Placeholder 41">
            <a:extLst>
              <a:ext uri="{FF2B5EF4-FFF2-40B4-BE49-F238E27FC236}">
                <a16:creationId xmlns:a16="http://schemas.microsoft.com/office/drawing/2014/main" id="{766C6A8D-917B-184D-BA6F-3CD3B3D51EC1}"/>
              </a:ext>
            </a:extLst>
          </p:cNvPr>
          <p:cNvSpPr>
            <a:spLocks noGrp="1"/>
          </p:cNvSpPr>
          <p:nvPr>
            <p:ph type="body" sz="quarter" idx="29" hasCustomPrompt="1"/>
          </p:nvPr>
        </p:nvSpPr>
        <p:spPr>
          <a:xfrm>
            <a:off x="2013637" y="3016250"/>
            <a:ext cx="639762" cy="163513"/>
          </a:xfrm>
          <a:prstGeom prst="rect">
            <a:avLst/>
          </a:prstGeom>
        </p:spPr>
        <p:txBody>
          <a:bodyPr lIns="0" rIns="0"/>
          <a:lstStyle>
            <a:lvl1pPr algn="ctr">
              <a:defRPr sz="800" b="0">
                <a:solidFill>
                  <a:schemeClr val="bg1"/>
                </a:solidFill>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pPr lvl="0"/>
            <a:r>
              <a:rPr lang="en-US"/>
              <a:t>Edit Text</a:t>
            </a:r>
          </a:p>
        </p:txBody>
      </p:sp>
      <p:sp>
        <p:nvSpPr>
          <p:cNvPr id="35" name="Text Placeholder 41">
            <a:extLst>
              <a:ext uri="{FF2B5EF4-FFF2-40B4-BE49-F238E27FC236}">
                <a16:creationId xmlns:a16="http://schemas.microsoft.com/office/drawing/2014/main" id="{2A338EE2-BE49-CB47-919B-B1241D8339BF}"/>
              </a:ext>
            </a:extLst>
          </p:cNvPr>
          <p:cNvSpPr>
            <a:spLocks noGrp="1"/>
          </p:cNvSpPr>
          <p:nvPr>
            <p:ph type="body" sz="quarter" idx="30" hasCustomPrompt="1"/>
          </p:nvPr>
        </p:nvSpPr>
        <p:spPr>
          <a:xfrm>
            <a:off x="3511847" y="3023284"/>
            <a:ext cx="639762" cy="163513"/>
          </a:xfrm>
          <a:prstGeom prst="rect">
            <a:avLst/>
          </a:prstGeom>
        </p:spPr>
        <p:txBody>
          <a:bodyPr lIns="0" rIns="0"/>
          <a:lstStyle>
            <a:lvl1pPr algn="ctr">
              <a:defRPr sz="800" b="0">
                <a:solidFill>
                  <a:schemeClr val="bg1"/>
                </a:solidFill>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pPr lvl="0"/>
            <a:r>
              <a:rPr lang="en-US"/>
              <a:t>Edit Text</a:t>
            </a:r>
          </a:p>
        </p:txBody>
      </p:sp>
      <p:sp>
        <p:nvSpPr>
          <p:cNvPr id="36" name="Text Placeholder 41">
            <a:extLst>
              <a:ext uri="{FF2B5EF4-FFF2-40B4-BE49-F238E27FC236}">
                <a16:creationId xmlns:a16="http://schemas.microsoft.com/office/drawing/2014/main" id="{F401DE1C-D7BD-9F4B-A151-07592C817958}"/>
              </a:ext>
            </a:extLst>
          </p:cNvPr>
          <p:cNvSpPr>
            <a:spLocks noGrp="1"/>
          </p:cNvSpPr>
          <p:nvPr>
            <p:ph type="body" sz="quarter" idx="31" hasCustomPrompt="1"/>
          </p:nvPr>
        </p:nvSpPr>
        <p:spPr>
          <a:xfrm>
            <a:off x="2013637" y="4486324"/>
            <a:ext cx="639762" cy="163513"/>
          </a:xfrm>
          <a:prstGeom prst="rect">
            <a:avLst/>
          </a:prstGeom>
        </p:spPr>
        <p:txBody>
          <a:bodyPr lIns="0" rIns="0"/>
          <a:lstStyle>
            <a:lvl1pPr algn="ctr">
              <a:defRPr sz="800" b="0">
                <a:solidFill>
                  <a:schemeClr val="bg1"/>
                </a:solidFill>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pPr lvl="0"/>
            <a:r>
              <a:rPr lang="en-US"/>
              <a:t>Edit Text</a:t>
            </a:r>
          </a:p>
        </p:txBody>
      </p:sp>
      <p:sp>
        <p:nvSpPr>
          <p:cNvPr id="46" name="Text Placeholder 41">
            <a:extLst>
              <a:ext uri="{FF2B5EF4-FFF2-40B4-BE49-F238E27FC236}">
                <a16:creationId xmlns:a16="http://schemas.microsoft.com/office/drawing/2014/main" id="{6C4AB1F7-1747-764A-8F74-3431DD2CECFC}"/>
              </a:ext>
            </a:extLst>
          </p:cNvPr>
          <p:cNvSpPr>
            <a:spLocks noGrp="1"/>
          </p:cNvSpPr>
          <p:nvPr>
            <p:ph type="body" sz="quarter" idx="32" hasCustomPrompt="1"/>
          </p:nvPr>
        </p:nvSpPr>
        <p:spPr>
          <a:xfrm>
            <a:off x="3511847" y="4493358"/>
            <a:ext cx="639762" cy="163513"/>
          </a:xfrm>
          <a:prstGeom prst="rect">
            <a:avLst/>
          </a:prstGeom>
        </p:spPr>
        <p:txBody>
          <a:bodyPr lIns="0" rIns="0"/>
          <a:lstStyle>
            <a:lvl1pPr algn="ctr">
              <a:defRPr sz="800" b="0">
                <a:solidFill>
                  <a:schemeClr val="bg1"/>
                </a:solidFill>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pPr lvl="0"/>
            <a:r>
              <a:rPr lang="en-US"/>
              <a:t>Edit Text</a:t>
            </a:r>
          </a:p>
        </p:txBody>
      </p:sp>
      <p:sp>
        <p:nvSpPr>
          <p:cNvPr id="47" name="Text Placeholder 6">
            <a:extLst>
              <a:ext uri="{FF2B5EF4-FFF2-40B4-BE49-F238E27FC236}">
                <a16:creationId xmlns:a16="http://schemas.microsoft.com/office/drawing/2014/main" id="{7790906B-5BEB-B048-A9D8-D8D977C72305}"/>
              </a:ext>
            </a:extLst>
          </p:cNvPr>
          <p:cNvSpPr>
            <a:spLocks noGrp="1"/>
          </p:cNvSpPr>
          <p:nvPr>
            <p:ph type="body" sz="quarter" idx="34" hasCustomPrompt="1"/>
          </p:nvPr>
        </p:nvSpPr>
        <p:spPr>
          <a:xfrm>
            <a:off x="5489128" y="1775404"/>
            <a:ext cx="4031794" cy="235418"/>
          </a:xfrm>
          <a:prstGeom prst="rect">
            <a:avLst/>
          </a:prstGeom>
        </p:spPr>
        <p:txBody>
          <a:bodyPr/>
          <a:lstStyle>
            <a:lvl1pPr marL="0" indent="0">
              <a:buNone/>
              <a:defRPr/>
            </a:lvl1pPr>
          </a:lstStyle>
          <a:p>
            <a:r>
              <a:rPr lang="en-US"/>
              <a:t>Heading Title</a:t>
            </a:r>
          </a:p>
        </p:txBody>
      </p:sp>
      <p:sp>
        <p:nvSpPr>
          <p:cNvPr id="48" name="Text Placeholder 8">
            <a:extLst>
              <a:ext uri="{FF2B5EF4-FFF2-40B4-BE49-F238E27FC236}">
                <a16:creationId xmlns:a16="http://schemas.microsoft.com/office/drawing/2014/main" id="{6B241E78-5FB4-9940-9D9F-B8EC6D809EBA}"/>
              </a:ext>
            </a:extLst>
          </p:cNvPr>
          <p:cNvSpPr>
            <a:spLocks noGrp="1"/>
          </p:cNvSpPr>
          <p:nvPr>
            <p:ph type="body" sz="quarter" idx="35" hasCustomPrompt="1"/>
          </p:nvPr>
        </p:nvSpPr>
        <p:spPr>
          <a:xfrm>
            <a:off x="5602519" y="2105049"/>
            <a:ext cx="4307599" cy="468535"/>
          </a:xfrm>
          <a:prstGeom prst="rect">
            <a:avLst/>
          </a:prstGeom>
        </p:spPr>
        <p:txBody>
          <a:bodyPr lIns="0" tIns="0" rIns="0" bIns="0">
            <a:noAutofit/>
          </a:bodyPr>
          <a:lstStyle>
            <a:lvl1pPr>
              <a:lnSpc>
                <a:spcPct val="150000"/>
              </a:lnSpc>
              <a:defRPr sz="1200" b="0"/>
            </a:lvl1pPr>
          </a:lstStyle>
          <a:p>
            <a:pPr lvl="0"/>
            <a:r>
              <a:rPr lang="en-US"/>
              <a:t>Edit Master text styles Lorem </a:t>
            </a:r>
            <a:r>
              <a:rPr lang="en-US" err="1"/>
              <a:t>ipsm</a:t>
            </a:r>
            <a:r>
              <a:rPr lang="en-US"/>
              <a:t> dolor sit </a:t>
            </a:r>
            <a:r>
              <a:rPr lang="en-US" err="1"/>
              <a:t>amet</a:t>
            </a:r>
            <a:r>
              <a:rPr lang="en-US"/>
              <a:t>, </a:t>
            </a:r>
            <a:r>
              <a:rPr lang="en-US" err="1"/>
              <a:t>porttitor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sz="1000"/>
              <a:t>, sit </a:t>
            </a:r>
            <a:r>
              <a:rPr lang="en-US" sz="1000" err="1"/>
              <a:t>amet</a:t>
            </a:r>
            <a:endParaRPr lang="en-US"/>
          </a:p>
        </p:txBody>
      </p:sp>
      <p:sp>
        <p:nvSpPr>
          <p:cNvPr id="49" name="Text Placeholder 6">
            <a:extLst>
              <a:ext uri="{FF2B5EF4-FFF2-40B4-BE49-F238E27FC236}">
                <a16:creationId xmlns:a16="http://schemas.microsoft.com/office/drawing/2014/main" id="{4EA49EC7-7205-DD48-B74B-B537B19F8316}"/>
              </a:ext>
            </a:extLst>
          </p:cNvPr>
          <p:cNvSpPr>
            <a:spLocks noGrp="1"/>
          </p:cNvSpPr>
          <p:nvPr>
            <p:ph type="body" sz="quarter" idx="36" hasCustomPrompt="1"/>
          </p:nvPr>
        </p:nvSpPr>
        <p:spPr>
          <a:xfrm>
            <a:off x="5489128" y="2788657"/>
            <a:ext cx="4031794" cy="235418"/>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Heading Title</a:t>
            </a:r>
          </a:p>
        </p:txBody>
      </p:sp>
      <p:sp>
        <p:nvSpPr>
          <p:cNvPr id="50" name="Text Placeholder 8">
            <a:extLst>
              <a:ext uri="{FF2B5EF4-FFF2-40B4-BE49-F238E27FC236}">
                <a16:creationId xmlns:a16="http://schemas.microsoft.com/office/drawing/2014/main" id="{9313DEBC-4209-1543-811C-B53230125E6B}"/>
              </a:ext>
            </a:extLst>
          </p:cNvPr>
          <p:cNvSpPr>
            <a:spLocks noGrp="1"/>
          </p:cNvSpPr>
          <p:nvPr>
            <p:ph type="body" sz="quarter" idx="37" hasCustomPrompt="1"/>
          </p:nvPr>
        </p:nvSpPr>
        <p:spPr>
          <a:xfrm>
            <a:off x="5602520" y="3118302"/>
            <a:ext cx="4307598" cy="468535"/>
          </a:xfrm>
          <a:prstGeom prst="rect">
            <a:avLst/>
          </a:prstGeom>
        </p:spPr>
        <p:txBody>
          <a:bodyPr lIns="0" tIns="0" rIns="0" bIns="0">
            <a:noAutofit/>
          </a:bodyPr>
          <a:lstStyle>
            <a:lvl1pPr>
              <a:lnSpc>
                <a:spcPct val="150000"/>
              </a:lnSpc>
              <a:defRPr sz="1200" b="0"/>
            </a:lvl1pPr>
          </a:lstStyle>
          <a:p>
            <a:pPr lvl="0"/>
            <a:r>
              <a:rPr lang="en-US"/>
              <a:t>Edit Master text styles Lorem </a:t>
            </a:r>
            <a:r>
              <a:rPr lang="en-US" err="1"/>
              <a:t>ipsm</a:t>
            </a:r>
            <a:r>
              <a:rPr lang="en-US"/>
              <a:t> dolor sit </a:t>
            </a:r>
            <a:r>
              <a:rPr lang="en-US" err="1"/>
              <a:t>amet</a:t>
            </a:r>
            <a:r>
              <a:rPr lang="en-US"/>
              <a:t>, </a:t>
            </a:r>
            <a:r>
              <a:rPr lang="en-US" err="1"/>
              <a:t>porttitor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sz="1000"/>
              <a:t>, sit </a:t>
            </a:r>
            <a:r>
              <a:rPr lang="en-US" sz="1000" err="1"/>
              <a:t>amet</a:t>
            </a:r>
            <a:endParaRPr lang="en-US"/>
          </a:p>
        </p:txBody>
      </p:sp>
      <p:sp>
        <p:nvSpPr>
          <p:cNvPr id="51" name="Text Placeholder 6">
            <a:extLst>
              <a:ext uri="{FF2B5EF4-FFF2-40B4-BE49-F238E27FC236}">
                <a16:creationId xmlns:a16="http://schemas.microsoft.com/office/drawing/2014/main" id="{7D650597-C950-5640-86D4-E7462E0792AF}"/>
              </a:ext>
            </a:extLst>
          </p:cNvPr>
          <p:cNvSpPr>
            <a:spLocks noGrp="1"/>
          </p:cNvSpPr>
          <p:nvPr>
            <p:ph type="body" sz="quarter" idx="38" hasCustomPrompt="1"/>
          </p:nvPr>
        </p:nvSpPr>
        <p:spPr>
          <a:xfrm>
            <a:off x="5489128" y="3826625"/>
            <a:ext cx="4031794" cy="235418"/>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Heading Title</a:t>
            </a:r>
          </a:p>
        </p:txBody>
      </p:sp>
      <p:sp>
        <p:nvSpPr>
          <p:cNvPr id="52" name="Text Placeholder 8">
            <a:extLst>
              <a:ext uri="{FF2B5EF4-FFF2-40B4-BE49-F238E27FC236}">
                <a16:creationId xmlns:a16="http://schemas.microsoft.com/office/drawing/2014/main" id="{AFD76A77-D4A7-4948-AF87-F4480D82F707}"/>
              </a:ext>
            </a:extLst>
          </p:cNvPr>
          <p:cNvSpPr>
            <a:spLocks noGrp="1"/>
          </p:cNvSpPr>
          <p:nvPr>
            <p:ph type="body" sz="quarter" idx="39" hasCustomPrompt="1"/>
          </p:nvPr>
        </p:nvSpPr>
        <p:spPr>
          <a:xfrm>
            <a:off x="5602520" y="4156270"/>
            <a:ext cx="4307598" cy="468535"/>
          </a:xfrm>
          <a:prstGeom prst="rect">
            <a:avLst/>
          </a:prstGeom>
        </p:spPr>
        <p:txBody>
          <a:bodyPr lIns="0" tIns="0" rIns="0" bIns="0">
            <a:noAutofit/>
          </a:bodyPr>
          <a:lstStyle>
            <a:lvl1pPr>
              <a:lnSpc>
                <a:spcPct val="150000"/>
              </a:lnSpc>
              <a:defRPr sz="1200" b="0"/>
            </a:lvl1pPr>
          </a:lstStyle>
          <a:p>
            <a:pPr lvl="0"/>
            <a:r>
              <a:rPr lang="en-US"/>
              <a:t>Edit Master text styles Lorem </a:t>
            </a:r>
            <a:r>
              <a:rPr lang="en-US" err="1"/>
              <a:t>ipsm</a:t>
            </a:r>
            <a:r>
              <a:rPr lang="en-US"/>
              <a:t> dolor sit </a:t>
            </a:r>
            <a:r>
              <a:rPr lang="en-US" err="1"/>
              <a:t>amet</a:t>
            </a:r>
            <a:r>
              <a:rPr lang="en-US"/>
              <a:t>, </a:t>
            </a:r>
            <a:r>
              <a:rPr lang="en-US" err="1"/>
              <a:t>porttitor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sz="1000"/>
              <a:t>, sit </a:t>
            </a:r>
            <a:r>
              <a:rPr lang="en-US" sz="1000" err="1"/>
              <a:t>amet</a:t>
            </a:r>
            <a:endParaRPr lang="en-US"/>
          </a:p>
        </p:txBody>
      </p:sp>
      <p:sp>
        <p:nvSpPr>
          <p:cNvPr id="53" name="Text Placeholder 6">
            <a:extLst>
              <a:ext uri="{FF2B5EF4-FFF2-40B4-BE49-F238E27FC236}">
                <a16:creationId xmlns:a16="http://schemas.microsoft.com/office/drawing/2014/main" id="{C475F6E6-4EC0-2646-9A2A-078FB193585F}"/>
              </a:ext>
            </a:extLst>
          </p:cNvPr>
          <p:cNvSpPr>
            <a:spLocks noGrp="1"/>
          </p:cNvSpPr>
          <p:nvPr>
            <p:ph type="body" sz="quarter" idx="40" hasCustomPrompt="1"/>
          </p:nvPr>
        </p:nvSpPr>
        <p:spPr>
          <a:xfrm>
            <a:off x="5489128" y="4852235"/>
            <a:ext cx="4031794" cy="235418"/>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Heading Title</a:t>
            </a:r>
          </a:p>
        </p:txBody>
      </p:sp>
      <p:sp>
        <p:nvSpPr>
          <p:cNvPr id="54" name="Text Placeholder 8">
            <a:extLst>
              <a:ext uri="{FF2B5EF4-FFF2-40B4-BE49-F238E27FC236}">
                <a16:creationId xmlns:a16="http://schemas.microsoft.com/office/drawing/2014/main" id="{9F54B83D-769D-1C47-B729-72801918F4D2}"/>
              </a:ext>
            </a:extLst>
          </p:cNvPr>
          <p:cNvSpPr>
            <a:spLocks noGrp="1"/>
          </p:cNvSpPr>
          <p:nvPr>
            <p:ph type="body" sz="quarter" idx="41" hasCustomPrompt="1"/>
          </p:nvPr>
        </p:nvSpPr>
        <p:spPr>
          <a:xfrm>
            <a:off x="5602520" y="5181880"/>
            <a:ext cx="4307598" cy="468535"/>
          </a:xfrm>
          <a:prstGeom prst="rect">
            <a:avLst/>
          </a:prstGeom>
        </p:spPr>
        <p:txBody>
          <a:bodyPr lIns="0" tIns="0" rIns="0" bIns="0">
            <a:noAutofit/>
          </a:bodyPr>
          <a:lstStyle>
            <a:lvl1pPr>
              <a:lnSpc>
                <a:spcPct val="150000"/>
              </a:lnSpc>
              <a:defRPr sz="1200" b="0"/>
            </a:lvl1pPr>
          </a:lstStyle>
          <a:p>
            <a:pPr lvl="0"/>
            <a:r>
              <a:rPr lang="en-US"/>
              <a:t>Edit Master text styles Lorem </a:t>
            </a:r>
            <a:r>
              <a:rPr lang="en-US" err="1"/>
              <a:t>ipsm</a:t>
            </a:r>
            <a:r>
              <a:rPr lang="en-US"/>
              <a:t> dolor sit </a:t>
            </a:r>
            <a:r>
              <a:rPr lang="en-US" err="1"/>
              <a:t>amet</a:t>
            </a:r>
            <a:r>
              <a:rPr lang="en-US"/>
              <a:t>, </a:t>
            </a:r>
            <a:r>
              <a:rPr lang="en-US" err="1"/>
              <a:t>porttitor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sz="1000"/>
              <a:t>, sit </a:t>
            </a:r>
            <a:r>
              <a:rPr lang="en-US" sz="1000" err="1"/>
              <a:t>amet</a:t>
            </a:r>
            <a:endParaRPr lang="en-US"/>
          </a:p>
        </p:txBody>
      </p:sp>
      <p:sp>
        <p:nvSpPr>
          <p:cNvPr id="55" name="Text Placeholder 3">
            <a:extLst>
              <a:ext uri="{FF2B5EF4-FFF2-40B4-BE49-F238E27FC236}">
                <a16:creationId xmlns:a16="http://schemas.microsoft.com/office/drawing/2014/main" id="{15D723E2-629D-184F-B8D4-9F0C2228B3C3}"/>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11177003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Image Sprea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B5A4D99-C36C-1944-9196-8215CBAFE45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891583" y="6275056"/>
            <a:ext cx="1706400" cy="445147"/>
          </a:xfrm>
          <a:prstGeom prst="rect">
            <a:avLst/>
          </a:prstGeom>
        </p:spPr>
      </p:pic>
      <p:sp>
        <p:nvSpPr>
          <p:cNvPr id="8" name="Text Placeholder 7">
            <a:extLst>
              <a:ext uri="{FF2B5EF4-FFF2-40B4-BE49-F238E27FC236}">
                <a16:creationId xmlns:a16="http://schemas.microsoft.com/office/drawing/2014/main" id="{17DB06B4-5A80-644A-80A2-29ED1E6A4828}"/>
              </a:ext>
            </a:extLst>
          </p:cNvPr>
          <p:cNvSpPr>
            <a:spLocks noGrp="1"/>
          </p:cNvSpPr>
          <p:nvPr>
            <p:ph type="body" sz="quarter" idx="16"/>
          </p:nvPr>
        </p:nvSpPr>
        <p:spPr>
          <a:xfrm>
            <a:off x="838798" y="5018600"/>
            <a:ext cx="10620000" cy="501650"/>
          </a:xfrm>
          <a:prstGeom prst="rect">
            <a:avLst/>
          </a:prstGeom>
        </p:spPr>
        <p:txBody>
          <a:bodyPr lIns="0" tIns="0" rIns="0" bIns="0">
            <a:normAutofit/>
          </a:bodyPr>
          <a:lstStyle>
            <a:lvl1pPr marL="0" indent="0">
              <a:lnSpc>
                <a:spcPct val="150000"/>
              </a:lnSpc>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4" name="Picture Placeholder 3">
            <a:extLst>
              <a:ext uri="{FF2B5EF4-FFF2-40B4-BE49-F238E27FC236}">
                <a16:creationId xmlns:a16="http://schemas.microsoft.com/office/drawing/2014/main" id="{2C65D2CB-03A6-044E-8B90-2E5C14BC99A1}"/>
              </a:ext>
            </a:extLst>
          </p:cNvPr>
          <p:cNvSpPr>
            <a:spLocks noGrp="1"/>
          </p:cNvSpPr>
          <p:nvPr>
            <p:ph type="pic" sz="quarter" idx="17"/>
          </p:nvPr>
        </p:nvSpPr>
        <p:spPr>
          <a:xfrm>
            <a:off x="-1" y="1691299"/>
            <a:ext cx="12192001" cy="3059380"/>
          </a:xfrm>
          <a:custGeom>
            <a:avLst/>
            <a:gdLst>
              <a:gd name="connsiteX0" fmla="*/ 0 w 12192001"/>
              <a:gd name="connsiteY0" fmla="*/ 0 h 3059380"/>
              <a:gd name="connsiteX1" fmla="*/ 12192001 w 12192001"/>
              <a:gd name="connsiteY1" fmla="*/ 0 h 3059380"/>
              <a:gd name="connsiteX2" fmla="*/ 12192001 w 12192001"/>
              <a:gd name="connsiteY2" fmla="*/ 3059380 h 3059380"/>
              <a:gd name="connsiteX3" fmla="*/ 0 w 12192001"/>
              <a:gd name="connsiteY3" fmla="*/ 3059380 h 3059380"/>
              <a:gd name="connsiteX4" fmla="*/ 0 w 12192001"/>
              <a:gd name="connsiteY4" fmla="*/ 0 h 3059380"/>
              <a:gd name="connsiteX0" fmla="*/ 0 w 12192001"/>
              <a:gd name="connsiteY0" fmla="*/ 0 h 3059380"/>
              <a:gd name="connsiteX1" fmla="*/ 10412628 w 12192001"/>
              <a:gd name="connsiteY1" fmla="*/ 0 h 3059380"/>
              <a:gd name="connsiteX2" fmla="*/ 12192001 w 12192001"/>
              <a:gd name="connsiteY2" fmla="*/ 3059380 h 3059380"/>
              <a:gd name="connsiteX3" fmla="*/ 0 w 12192001"/>
              <a:gd name="connsiteY3" fmla="*/ 3059380 h 3059380"/>
              <a:gd name="connsiteX4" fmla="*/ 0 w 12192001"/>
              <a:gd name="connsiteY4" fmla="*/ 0 h 3059380"/>
              <a:gd name="connsiteX0" fmla="*/ 0 w 12192001"/>
              <a:gd name="connsiteY0" fmla="*/ 0 h 3059380"/>
              <a:gd name="connsiteX1" fmla="*/ 10301259 w 12192001"/>
              <a:gd name="connsiteY1" fmla="*/ 0 h 3059380"/>
              <a:gd name="connsiteX2" fmla="*/ 12192001 w 12192001"/>
              <a:gd name="connsiteY2" fmla="*/ 3059380 h 3059380"/>
              <a:gd name="connsiteX3" fmla="*/ 0 w 12192001"/>
              <a:gd name="connsiteY3" fmla="*/ 3059380 h 3059380"/>
              <a:gd name="connsiteX4" fmla="*/ 0 w 12192001"/>
              <a:gd name="connsiteY4" fmla="*/ 0 h 3059380"/>
              <a:gd name="connsiteX0" fmla="*/ 0 w 12192001"/>
              <a:gd name="connsiteY0" fmla="*/ 0 h 3059380"/>
              <a:gd name="connsiteX1" fmla="*/ 10400905 w 12192001"/>
              <a:gd name="connsiteY1" fmla="*/ 0 h 3059380"/>
              <a:gd name="connsiteX2" fmla="*/ 12192001 w 12192001"/>
              <a:gd name="connsiteY2" fmla="*/ 3059380 h 3059380"/>
              <a:gd name="connsiteX3" fmla="*/ 0 w 12192001"/>
              <a:gd name="connsiteY3" fmla="*/ 3059380 h 3059380"/>
              <a:gd name="connsiteX4" fmla="*/ 0 w 12192001"/>
              <a:gd name="connsiteY4" fmla="*/ 0 h 3059380"/>
              <a:gd name="connsiteX0" fmla="*/ 0 w 12192001"/>
              <a:gd name="connsiteY0" fmla="*/ 0 h 3059380"/>
              <a:gd name="connsiteX1" fmla="*/ 10400905 w 12192001"/>
              <a:gd name="connsiteY1" fmla="*/ 0 h 3059380"/>
              <a:gd name="connsiteX2" fmla="*/ 12189243 w 12192001"/>
              <a:gd name="connsiteY2" fmla="*/ 2930352 h 3059380"/>
              <a:gd name="connsiteX3" fmla="*/ 12192001 w 12192001"/>
              <a:gd name="connsiteY3" fmla="*/ 3059380 h 3059380"/>
              <a:gd name="connsiteX4" fmla="*/ 0 w 12192001"/>
              <a:gd name="connsiteY4" fmla="*/ 3059380 h 3059380"/>
              <a:gd name="connsiteX5" fmla="*/ 0 w 12192001"/>
              <a:gd name="connsiteY5" fmla="*/ 0 h 3059380"/>
              <a:gd name="connsiteX0" fmla="*/ 0 w 12192001"/>
              <a:gd name="connsiteY0" fmla="*/ 0 h 3059380"/>
              <a:gd name="connsiteX1" fmla="*/ 10475381 w 12192001"/>
              <a:gd name="connsiteY1" fmla="*/ 0 h 3059380"/>
              <a:gd name="connsiteX2" fmla="*/ 12189243 w 12192001"/>
              <a:gd name="connsiteY2" fmla="*/ 2930352 h 3059380"/>
              <a:gd name="connsiteX3" fmla="*/ 12192001 w 12192001"/>
              <a:gd name="connsiteY3" fmla="*/ 3059380 h 3059380"/>
              <a:gd name="connsiteX4" fmla="*/ 0 w 12192001"/>
              <a:gd name="connsiteY4" fmla="*/ 3059380 h 3059380"/>
              <a:gd name="connsiteX5" fmla="*/ 0 w 12192001"/>
              <a:gd name="connsiteY5" fmla="*/ 0 h 3059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1" h="3059380">
                <a:moveTo>
                  <a:pt x="0" y="0"/>
                </a:moveTo>
                <a:lnTo>
                  <a:pt x="10475381" y="0"/>
                </a:lnTo>
                <a:lnTo>
                  <a:pt x="12189243" y="2930352"/>
                </a:lnTo>
                <a:cubicBezTo>
                  <a:pt x="12190162" y="2973361"/>
                  <a:pt x="12191082" y="3016371"/>
                  <a:pt x="12192001" y="3059380"/>
                </a:cubicBezTo>
                <a:lnTo>
                  <a:pt x="0" y="3059380"/>
                </a:lnTo>
                <a:lnTo>
                  <a:pt x="0" y="0"/>
                </a:lnTo>
                <a:close/>
              </a:path>
            </a:pathLst>
          </a:custGeom>
          <a:blipFill dpi="0" rotWithShape="1">
            <a:blip r:embed="rId3" cstate="screen">
              <a:extLst>
                <a:ext uri="{28A0092B-C50C-407E-A947-70E740481C1C}">
                  <a14:useLocalDpi xmlns:a14="http://schemas.microsoft.com/office/drawing/2010/main"/>
                </a:ext>
              </a:extLst>
            </a:blip>
            <a:srcRect/>
            <a:stretch>
              <a:fillRect/>
            </a:stretch>
          </a:blipFill>
        </p:spPr>
        <p:txBody>
          <a:bodyPr anchor="t">
            <a:normAutofit/>
          </a:bodyPr>
          <a:lstStyle>
            <a:lvl1pPr algn="ctr">
              <a:defRPr sz="1600">
                <a:solidFill>
                  <a:schemeClr val="bg1"/>
                </a:solidFill>
              </a:defRPr>
            </a:lvl1pPr>
          </a:lstStyle>
          <a:p>
            <a:endParaRPr lang="en-US"/>
          </a:p>
        </p:txBody>
      </p:sp>
      <p:sp>
        <p:nvSpPr>
          <p:cNvPr id="12" name="Title 1">
            <a:extLst>
              <a:ext uri="{FF2B5EF4-FFF2-40B4-BE49-F238E27FC236}">
                <a16:creationId xmlns:a16="http://schemas.microsoft.com/office/drawing/2014/main" id="{8A98F2B1-5953-8B4E-BC49-7275FBAF7EEF}"/>
              </a:ext>
            </a:extLst>
          </p:cNvPr>
          <p:cNvSpPr>
            <a:spLocks noGrp="1"/>
          </p:cNvSpPr>
          <p:nvPr>
            <p:ph type="ctrTitle" hasCustomPrompt="1"/>
          </p:nvPr>
        </p:nvSpPr>
        <p:spPr>
          <a:xfrm>
            <a:off x="838798" y="673099"/>
            <a:ext cx="10419751" cy="760381"/>
          </a:xfrm>
          <a:prstGeom prst="rect">
            <a:avLst/>
          </a:prstGeom>
        </p:spPr>
        <p:txBody>
          <a:bodyPr lIns="0" tIns="0" rIns="0" bIns="0" anchor="ctr" anchorCtr="0">
            <a:noAutofit/>
          </a:bodyPr>
          <a:lstStyle>
            <a:lvl1pPr algn="l">
              <a:defRPr sz="3200" b="1"/>
            </a:lvl1pPr>
          </a:lstStyle>
          <a:p>
            <a:r>
              <a:rPr lang="en-US"/>
              <a:t>Introducing Text Heading Style</a:t>
            </a:r>
          </a:p>
        </p:txBody>
      </p:sp>
      <p:sp>
        <p:nvSpPr>
          <p:cNvPr id="15" name="Text Placeholder 3">
            <a:extLst>
              <a:ext uri="{FF2B5EF4-FFF2-40B4-BE49-F238E27FC236}">
                <a16:creationId xmlns:a16="http://schemas.microsoft.com/office/drawing/2014/main" id="{11203FCA-2095-0541-BA13-1F88B8DEA855}"/>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24510236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415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15" name="Picture Placeholder 4">
            <a:extLst>
              <a:ext uri="{FF2B5EF4-FFF2-40B4-BE49-F238E27FC236}">
                <a16:creationId xmlns:a16="http://schemas.microsoft.com/office/drawing/2014/main" id="{D160A5C8-89BE-CC46-878A-F7E721676B77}"/>
              </a:ext>
            </a:extLst>
          </p:cNvPr>
          <p:cNvSpPr>
            <a:spLocks noGrp="1"/>
          </p:cNvSpPr>
          <p:nvPr>
            <p:ph type="pic" sz="quarter" idx="36"/>
          </p:nvPr>
        </p:nvSpPr>
        <p:spPr>
          <a:xfrm>
            <a:off x="8087588" y="1744716"/>
            <a:ext cx="3685312" cy="3898824"/>
          </a:xfrm>
          <a:prstGeom prst="rect">
            <a:avLst/>
          </a:prstGeom>
          <a:noFill/>
        </p:spPr>
        <p:txBody>
          <a:bodyPr anchor="ctr"/>
          <a:lstStyle>
            <a:lvl1pPr algn="ctr">
              <a:defRPr sz="2000"/>
            </a:lvl1pPr>
          </a:lstStyle>
          <a:p>
            <a:endParaRPr lang="en-US"/>
          </a:p>
        </p:txBody>
      </p:sp>
      <p:sp>
        <p:nvSpPr>
          <p:cNvPr id="14" name="Title 1">
            <a:extLst>
              <a:ext uri="{FF2B5EF4-FFF2-40B4-BE49-F238E27FC236}">
                <a16:creationId xmlns:a16="http://schemas.microsoft.com/office/drawing/2014/main" id="{8CF75709-4842-2648-B978-097210A1E898}"/>
              </a:ext>
            </a:extLst>
          </p:cNvPr>
          <p:cNvSpPr>
            <a:spLocks noGrp="1"/>
          </p:cNvSpPr>
          <p:nvPr>
            <p:ph type="ctrTitle" hasCustomPrompt="1"/>
          </p:nvPr>
        </p:nvSpPr>
        <p:spPr>
          <a:xfrm>
            <a:off x="838799" y="673098"/>
            <a:ext cx="8072518" cy="760381"/>
          </a:xfrm>
          <a:prstGeom prst="rect">
            <a:avLst/>
          </a:prstGeom>
        </p:spPr>
        <p:txBody>
          <a:bodyPr lIns="0" tIns="0" rIns="0" bIns="0" anchor="ctr" anchorCtr="0">
            <a:noAutofit/>
          </a:bodyPr>
          <a:lstStyle>
            <a:lvl1pPr algn="l">
              <a:defRPr sz="3200" b="1"/>
            </a:lvl1pPr>
          </a:lstStyle>
          <a:p>
            <a:r>
              <a:rPr lang="en-US"/>
              <a:t>Lorem Ipsum Dolor Sit </a:t>
            </a:r>
            <a:r>
              <a:rPr lang="en-US" err="1"/>
              <a:t>Amet</a:t>
            </a:r>
            <a:r>
              <a:rPr lang="en-US"/>
              <a:t>, </a:t>
            </a:r>
            <a:r>
              <a:rPr lang="en-US" err="1"/>
              <a:t>Conse</a:t>
            </a:r>
            <a:r>
              <a:rPr lang="en-US"/>
              <a:t> </a:t>
            </a:r>
            <a:r>
              <a:rPr lang="en-US" err="1"/>
              <a:t>Adipiscing</a:t>
            </a:r>
            <a:r>
              <a:rPr lang="en-US"/>
              <a:t> </a:t>
            </a:r>
            <a:r>
              <a:rPr lang="en-US" err="1"/>
              <a:t>Malesuada</a:t>
            </a:r>
            <a:r>
              <a:rPr lang="en-US"/>
              <a:t> Lib</a:t>
            </a:r>
          </a:p>
        </p:txBody>
      </p:sp>
      <p:sp>
        <p:nvSpPr>
          <p:cNvPr id="16" name="Text Placeholder 24">
            <a:extLst>
              <a:ext uri="{FF2B5EF4-FFF2-40B4-BE49-F238E27FC236}">
                <a16:creationId xmlns:a16="http://schemas.microsoft.com/office/drawing/2014/main" id="{E4770890-A6F7-B544-86E4-1BDCFC896F80}"/>
              </a:ext>
            </a:extLst>
          </p:cNvPr>
          <p:cNvSpPr>
            <a:spLocks noGrp="1"/>
          </p:cNvSpPr>
          <p:nvPr>
            <p:ph type="body" sz="quarter" idx="11" hasCustomPrompt="1"/>
          </p:nvPr>
        </p:nvSpPr>
        <p:spPr>
          <a:xfrm>
            <a:off x="838199" y="1744716"/>
            <a:ext cx="6908817" cy="3898824"/>
          </a:xfrm>
          <a:prstGeom prst="rect">
            <a:avLst/>
          </a:prstGeom>
        </p:spPr>
        <p:txBody>
          <a:bodyPr lIns="0" tIns="0" rIns="0" bIns="0">
            <a:noAutofit/>
          </a:bodyPr>
          <a:lstStyle>
            <a:lvl1pPr marL="0" indent="0">
              <a:lnSpc>
                <a:spcPct val="150000"/>
              </a:lnSpc>
              <a:buNone/>
              <a:defRPr sz="18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Edit Master text styles Lorem ipsum dolor sit </a:t>
            </a:r>
            <a:r>
              <a:rPr lang="en-US" err="1"/>
              <a:t>amet</a:t>
            </a:r>
            <a:r>
              <a:rPr lang="en-US"/>
              <a:t>, </a:t>
            </a:r>
            <a:r>
              <a:rPr lang="en-US" err="1"/>
              <a:t>nsectetuer</a:t>
            </a:r>
            <a:r>
              <a:rPr lang="en-US"/>
              <a:t> adipiscing elit. Maecenas porttitor congue massa. Fusce posuere, magna sed pulvinar ultricies, purus lectus malesuada libero, sit amet commodo magna eros quis </a:t>
            </a:r>
            <a:r>
              <a:rPr lang="en-US" err="1"/>
              <a:t>urna</a:t>
            </a:r>
            <a:r>
              <a:rPr lang="en-US"/>
              <a:t>. </a:t>
            </a:r>
            <a:r>
              <a:rPr lang="en-US" err="1"/>
              <a:t>Turus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a:t>
            </a:r>
            <a:r>
              <a:rPr lang="en-US" err="1"/>
              <a:t>eros</a:t>
            </a:r>
            <a:r>
              <a:rPr lang="en-US"/>
              <a:t> </a:t>
            </a:r>
            <a:r>
              <a:rPr lang="en-US" err="1"/>
              <a:t>quis</a:t>
            </a:r>
            <a:r>
              <a:rPr lang="en-US"/>
              <a:t> </a:t>
            </a:r>
            <a:r>
              <a:rPr lang="en-US" err="1"/>
              <a:t>urna</a:t>
            </a:r>
            <a:r>
              <a:rPr lang="en-US"/>
              <a:t>. </a:t>
            </a:r>
          </a:p>
        </p:txBody>
      </p:sp>
      <p:sp>
        <p:nvSpPr>
          <p:cNvPr id="32" name="Text Placeholder 3">
            <a:extLst>
              <a:ext uri="{FF2B5EF4-FFF2-40B4-BE49-F238E27FC236}">
                <a16:creationId xmlns:a16="http://schemas.microsoft.com/office/drawing/2014/main" id="{BFBED9B6-316D-054C-B2EF-5A35FBCB711A}"/>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1809320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aptop">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0A8BE29E-47F7-2B46-BD64-E82867E86CB8}"/>
              </a:ext>
            </a:extLst>
          </p:cNvPr>
          <p:cNvGrpSpPr/>
          <p:nvPr userDrawn="1"/>
        </p:nvGrpSpPr>
        <p:grpSpPr>
          <a:xfrm>
            <a:off x="7197563" y="2125318"/>
            <a:ext cx="4698774" cy="2607364"/>
            <a:chOff x="1154113" y="2038815"/>
            <a:chExt cx="4040774" cy="2215331"/>
          </a:xfrm>
        </p:grpSpPr>
        <p:pic>
          <p:nvPicPr>
            <p:cNvPr id="8" name="Picture 6">
              <a:extLst>
                <a:ext uri="{FF2B5EF4-FFF2-40B4-BE49-F238E27FC236}">
                  <a16:creationId xmlns:a16="http://schemas.microsoft.com/office/drawing/2014/main" id="{257C7A33-1272-F549-AF8D-C1D205FC9940}"/>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154113" y="2038815"/>
              <a:ext cx="4040774" cy="2215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78DF908B-2C41-3046-9DC9-F660C3B14076}"/>
                </a:ext>
              </a:extLst>
            </p:cNvPr>
            <p:cNvSpPr/>
            <p:nvPr/>
          </p:nvSpPr>
          <p:spPr>
            <a:xfrm>
              <a:off x="1739900" y="2178050"/>
              <a:ext cx="2851150" cy="179705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pic>
        <p:nvPicPr>
          <p:cNvPr id="11" name="Picture Placeholder 23">
            <a:extLst>
              <a:ext uri="{FF2B5EF4-FFF2-40B4-BE49-F238E27FC236}">
                <a16:creationId xmlns:a16="http://schemas.microsoft.com/office/drawing/2014/main" id="{DD9BD671-DE62-6D4D-91BD-A3825BF4C1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7871249" y="2289192"/>
            <a:ext cx="3315432" cy="2115063"/>
          </a:xfrm>
          <a:custGeom>
            <a:avLst/>
            <a:gdLst>
              <a:gd name="connsiteX0" fmla="*/ 0 w 4230401"/>
              <a:gd name="connsiteY0" fmla="*/ 0 h 2698763"/>
              <a:gd name="connsiteX1" fmla="*/ 4230401 w 4230401"/>
              <a:gd name="connsiteY1" fmla="*/ 0 h 2698763"/>
              <a:gd name="connsiteX2" fmla="*/ 4230401 w 4230401"/>
              <a:gd name="connsiteY2" fmla="*/ 2698763 h 2698763"/>
              <a:gd name="connsiteX3" fmla="*/ 0 w 4230401"/>
              <a:gd name="connsiteY3" fmla="*/ 2698763 h 2698763"/>
            </a:gdLst>
            <a:ahLst/>
            <a:cxnLst>
              <a:cxn ang="0">
                <a:pos x="connsiteX0" y="connsiteY0"/>
              </a:cxn>
              <a:cxn ang="0">
                <a:pos x="connsiteX1" y="connsiteY1"/>
              </a:cxn>
              <a:cxn ang="0">
                <a:pos x="connsiteX2" y="connsiteY2"/>
              </a:cxn>
              <a:cxn ang="0">
                <a:pos x="connsiteX3" y="connsiteY3"/>
              </a:cxn>
            </a:cxnLst>
            <a:rect l="l" t="t" r="r" b="b"/>
            <a:pathLst>
              <a:path w="4230401" h="2698763">
                <a:moveTo>
                  <a:pt x="0" y="0"/>
                </a:moveTo>
                <a:lnTo>
                  <a:pt x="4230401" y="0"/>
                </a:lnTo>
                <a:lnTo>
                  <a:pt x="4230401" y="2698763"/>
                </a:lnTo>
                <a:lnTo>
                  <a:pt x="0" y="2698763"/>
                </a:lnTo>
                <a:close/>
              </a:path>
            </a:pathLst>
          </a:custGeom>
        </p:spPr>
      </p:pic>
      <p:sp>
        <p:nvSpPr>
          <p:cNvPr id="10" name="Picture Placeholder 9">
            <a:extLst>
              <a:ext uri="{FF2B5EF4-FFF2-40B4-BE49-F238E27FC236}">
                <a16:creationId xmlns:a16="http://schemas.microsoft.com/office/drawing/2014/main" id="{93E9DB13-FA0E-344C-9121-7A22F23D7DEF}"/>
              </a:ext>
            </a:extLst>
          </p:cNvPr>
          <p:cNvSpPr>
            <a:spLocks noGrp="1"/>
          </p:cNvSpPr>
          <p:nvPr>
            <p:ph type="pic" sz="quarter" idx="13"/>
          </p:nvPr>
        </p:nvSpPr>
        <p:spPr>
          <a:xfrm>
            <a:off x="7868953" y="2290258"/>
            <a:ext cx="3315432" cy="2115063"/>
          </a:xfrm>
          <a:custGeom>
            <a:avLst/>
            <a:gdLst>
              <a:gd name="connsiteX0" fmla="*/ 0 w 4230401"/>
              <a:gd name="connsiteY0" fmla="*/ 0 h 2698763"/>
              <a:gd name="connsiteX1" fmla="*/ 4230401 w 4230401"/>
              <a:gd name="connsiteY1" fmla="*/ 0 h 2698763"/>
              <a:gd name="connsiteX2" fmla="*/ 4230401 w 4230401"/>
              <a:gd name="connsiteY2" fmla="*/ 2698763 h 2698763"/>
              <a:gd name="connsiteX3" fmla="*/ 0 w 4230401"/>
              <a:gd name="connsiteY3" fmla="*/ 2698763 h 2698763"/>
            </a:gdLst>
            <a:ahLst/>
            <a:cxnLst>
              <a:cxn ang="0">
                <a:pos x="connsiteX0" y="connsiteY0"/>
              </a:cxn>
              <a:cxn ang="0">
                <a:pos x="connsiteX1" y="connsiteY1"/>
              </a:cxn>
              <a:cxn ang="0">
                <a:pos x="connsiteX2" y="connsiteY2"/>
              </a:cxn>
              <a:cxn ang="0">
                <a:pos x="connsiteX3" y="connsiteY3"/>
              </a:cxn>
            </a:cxnLst>
            <a:rect l="l" t="t" r="r" b="b"/>
            <a:pathLst>
              <a:path w="4230401" h="2698763">
                <a:moveTo>
                  <a:pt x="0" y="0"/>
                </a:moveTo>
                <a:lnTo>
                  <a:pt x="4230401" y="0"/>
                </a:lnTo>
                <a:lnTo>
                  <a:pt x="4230401" y="2698763"/>
                </a:lnTo>
                <a:lnTo>
                  <a:pt x="0" y="2698763"/>
                </a:lnTo>
                <a:close/>
              </a:path>
            </a:pathLst>
          </a:custGeom>
          <a:noFill/>
        </p:spPr>
      </p:sp>
      <p:sp>
        <p:nvSpPr>
          <p:cNvPr id="17" name="Title 1">
            <a:extLst>
              <a:ext uri="{FF2B5EF4-FFF2-40B4-BE49-F238E27FC236}">
                <a16:creationId xmlns:a16="http://schemas.microsoft.com/office/drawing/2014/main" id="{79C8D6BE-450F-394A-9F0A-2190B696E86B}"/>
              </a:ext>
            </a:extLst>
          </p:cNvPr>
          <p:cNvSpPr>
            <a:spLocks noGrp="1"/>
          </p:cNvSpPr>
          <p:nvPr>
            <p:ph type="ctrTitle" hasCustomPrompt="1"/>
          </p:nvPr>
        </p:nvSpPr>
        <p:spPr>
          <a:xfrm>
            <a:off x="838799" y="673098"/>
            <a:ext cx="8072518" cy="760381"/>
          </a:xfrm>
          <a:prstGeom prst="rect">
            <a:avLst/>
          </a:prstGeom>
        </p:spPr>
        <p:txBody>
          <a:bodyPr lIns="0" tIns="0" rIns="0" bIns="0" anchor="ctr" anchorCtr="0">
            <a:noAutofit/>
          </a:bodyPr>
          <a:lstStyle>
            <a:lvl1pPr algn="l">
              <a:defRPr sz="3200" b="1"/>
            </a:lvl1pPr>
          </a:lstStyle>
          <a:p>
            <a:r>
              <a:rPr lang="en-US"/>
              <a:t>Lorem Ipsum Dolor Sit </a:t>
            </a:r>
            <a:r>
              <a:rPr lang="en-US" err="1"/>
              <a:t>Amet</a:t>
            </a:r>
            <a:r>
              <a:rPr lang="en-US"/>
              <a:t>, </a:t>
            </a:r>
            <a:r>
              <a:rPr lang="en-US" err="1"/>
              <a:t>Conse</a:t>
            </a:r>
            <a:r>
              <a:rPr lang="en-US"/>
              <a:t> </a:t>
            </a:r>
            <a:r>
              <a:rPr lang="en-US" err="1"/>
              <a:t>Adipiscing</a:t>
            </a:r>
            <a:r>
              <a:rPr lang="en-US"/>
              <a:t> </a:t>
            </a:r>
            <a:r>
              <a:rPr lang="en-US" err="1"/>
              <a:t>Malesuada</a:t>
            </a:r>
            <a:r>
              <a:rPr lang="en-US"/>
              <a:t> Lib</a:t>
            </a:r>
          </a:p>
        </p:txBody>
      </p:sp>
      <p:sp>
        <p:nvSpPr>
          <p:cNvPr id="18" name="Text Placeholder 24">
            <a:extLst>
              <a:ext uri="{FF2B5EF4-FFF2-40B4-BE49-F238E27FC236}">
                <a16:creationId xmlns:a16="http://schemas.microsoft.com/office/drawing/2014/main" id="{3AC29513-1EF7-0C4F-B16B-154594F046B2}"/>
              </a:ext>
            </a:extLst>
          </p:cNvPr>
          <p:cNvSpPr>
            <a:spLocks noGrp="1"/>
          </p:cNvSpPr>
          <p:nvPr>
            <p:ph type="body" sz="quarter" idx="11" hasCustomPrompt="1"/>
          </p:nvPr>
        </p:nvSpPr>
        <p:spPr>
          <a:xfrm>
            <a:off x="838199" y="1744717"/>
            <a:ext cx="6359363" cy="3528830"/>
          </a:xfrm>
          <a:prstGeom prst="rect">
            <a:avLst/>
          </a:prstGeom>
        </p:spPr>
        <p:txBody>
          <a:bodyPr lIns="0" tIns="0" rIns="0" bIns="0">
            <a:noAutofit/>
          </a:bodyPr>
          <a:lstStyle>
            <a:lvl1pPr marL="0" indent="0">
              <a:lnSpc>
                <a:spcPct val="150000"/>
              </a:lnSpc>
              <a:buNone/>
              <a:defRPr sz="18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Edit Master text styles Lorem ipsum dolor sit amet, consectetuer adipiscing elit. Maecenas porttitor congue massa. Fusce posuere, magna sed pulvinar ultricies, purus lectus malesuada libero, sit amet commodo magna eros quis </a:t>
            </a:r>
            <a:r>
              <a:rPr lang="en-US" err="1"/>
              <a:t>urna</a:t>
            </a:r>
            <a:r>
              <a:rPr lang="en-US"/>
              <a:t>.</a:t>
            </a:r>
          </a:p>
        </p:txBody>
      </p:sp>
      <p:sp>
        <p:nvSpPr>
          <p:cNvPr id="39" name="Text Placeholder 3">
            <a:extLst>
              <a:ext uri="{FF2B5EF4-FFF2-40B4-BE49-F238E27FC236}">
                <a16:creationId xmlns:a16="http://schemas.microsoft.com/office/drawing/2014/main" id="{3508EEE4-3DDF-CF42-B602-4E2764AF13A4}"/>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26776598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pad">
    <p:spTree>
      <p:nvGrpSpPr>
        <p:cNvPr id="1" name=""/>
        <p:cNvGrpSpPr/>
        <p:nvPr/>
      </p:nvGrpSpPr>
      <p:grpSpPr>
        <a:xfrm>
          <a:off x="0" y="0"/>
          <a:ext cx="0" cy="0"/>
          <a:chOff x="0" y="0"/>
          <a:chExt cx="0" cy="0"/>
        </a:xfrm>
      </p:grpSpPr>
      <p:pic>
        <p:nvPicPr>
          <p:cNvPr id="15" name="Picture 14" descr="iPad Air White wo Shadow.png">
            <a:extLst>
              <a:ext uri="{FF2B5EF4-FFF2-40B4-BE49-F238E27FC236}">
                <a16:creationId xmlns:a16="http://schemas.microsoft.com/office/drawing/2014/main" id="{9A2E9F16-52B9-D543-810C-BEE2ADC04179}"/>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sharpenSoften amount="50000"/>
                    </a14:imgEffect>
                    <a14:imgEffect>
                      <a14:saturation sat="0"/>
                    </a14:imgEffect>
                  </a14:imgLayer>
                </a14:imgProps>
              </a:ext>
              <a:ext uri="{28A0092B-C50C-407E-A947-70E740481C1C}">
                <a14:useLocalDpi xmlns:a14="http://schemas.microsoft.com/office/drawing/2010/main"/>
              </a:ext>
            </a:extLst>
          </a:blip>
          <a:srcRect/>
          <a:stretch/>
        </p:blipFill>
        <p:spPr>
          <a:xfrm>
            <a:off x="7675288" y="1151274"/>
            <a:ext cx="3702829" cy="5357741"/>
          </a:xfrm>
          <a:prstGeom prst="rect">
            <a:avLst/>
          </a:prstGeom>
        </p:spPr>
      </p:pic>
      <p:sp>
        <p:nvSpPr>
          <p:cNvPr id="18" name="Picture Placeholder 4">
            <a:extLst>
              <a:ext uri="{FF2B5EF4-FFF2-40B4-BE49-F238E27FC236}">
                <a16:creationId xmlns:a16="http://schemas.microsoft.com/office/drawing/2014/main" id="{45D350B5-F70B-944B-9A49-2EECB36379D2}"/>
              </a:ext>
            </a:extLst>
          </p:cNvPr>
          <p:cNvSpPr>
            <a:spLocks noGrp="1"/>
          </p:cNvSpPr>
          <p:nvPr>
            <p:ph type="pic" sz="quarter" idx="10"/>
          </p:nvPr>
        </p:nvSpPr>
        <p:spPr>
          <a:xfrm>
            <a:off x="8201107" y="1729355"/>
            <a:ext cx="2826000" cy="3762000"/>
          </a:xfrm>
          <a:prstGeom prst="rect">
            <a:avLst/>
          </a:prstGeom>
          <a:blipFill>
            <a:blip r:embed="rId4" cstate="screen">
              <a:extLst>
                <a:ext uri="{28A0092B-C50C-407E-A947-70E740481C1C}">
                  <a14:useLocalDpi xmlns:a14="http://schemas.microsoft.com/office/drawing/2010/main"/>
                </a:ext>
              </a:extLst>
            </a:blip>
            <a:stretch>
              <a:fillRect/>
            </a:stretch>
          </a:blipFill>
        </p:spPr>
        <p:txBody>
          <a:bodyPr/>
          <a:lstStyle>
            <a:lvl1pPr>
              <a:defRPr sz="1800">
                <a:solidFill>
                  <a:schemeClr val="bg1"/>
                </a:solidFill>
              </a:defRPr>
            </a:lvl1pPr>
          </a:lstStyle>
          <a:p>
            <a:endParaRPr lang="en-US"/>
          </a:p>
        </p:txBody>
      </p:sp>
      <p:sp>
        <p:nvSpPr>
          <p:cNvPr id="16" name="Title 1">
            <a:extLst>
              <a:ext uri="{FF2B5EF4-FFF2-40B4-BE49-F238E27FC236}">
                <a16:creationId xmlns:a16="http://schemas.microsoft.com/office/drawing/2014/main" id="{202F99EE-6F31-4C4C-9F3B-64A9E93FF1A3}"/>
              </a:ext>
            </a:extLst>
          </p:cNvPr>
          <p:cNvSpPr>
            <a:spLocks noGrp="1"/>
          </p:cNvSpPr>
          <p:nvPr>
            <p:ph type="ctrTitle" hasCustomPrompt="1"/>
          </p:nvPr>
        </p:nvSpPr>
        <p:spPr>
          <a:xfrm>
            <a:off x="838799" y="673098"/>
            <a:ext cx="8072518" cy="760381"/>
          </a:xfrm>
          <a:prstGeom prst="rect">
            <a:avLst/>
          </a:prstGeom>
        </p:spPr>
        <p:txBody>
          <a:bodyPr lIns="0" tIns="0" rIns="0" bIns="0" anchor="ctr" anchorCtr="0">
            <a:noAutofit/>
          </a:bodyPr>
          <a:lstStyle>
            <a:lvl1pPr algn="l">
              <a:defRPr sz="3200" b="1"/>
            </a:lvl1pPr>
          </a:lstStyle>
          <a:p>
            <a:r>
              <a:rPr lang="en-US"/>
              <a:t>Lorem Ipsum Dolor Sit </a:t>
            </a:r>
            <a:r>
              <a:rPr lang="en-US" err="1"/>
              <a:t>Amet</a:t>
            </a:r>
            <a:r>
              <a:rPr lang="en-US"/>
              <a:t>, </a:t>
            </a:r>
            <a:r>
              <a:rPr lang="en-US" err="1"/>
              <a:t>Conse</a:t>
            </a:r>
            <a:r>
              <a:rPr lang="en-US"/>
              <a:t> </a:t>
            </a:r>
            <a:r>
              <a:rPr lang="en-US" err="1"/>
              <a:t>Adipiscing</a:t>
            </a:r>
            <a:r>
              <a:rPr lang="en-US"/>
              <a:t> </a:t>
            </a:r>
            <a:r>
              <a:rPr lang="en-US" err="1"/>
              <a:t>Malesuada</a:t>
            </a:r>
            <a:r>
              <a:rPr lang="en-US"/>
              <a:t> Lib</a:t>
            </a:r>
          </a:p>
        </p:txBody>
      </p:sp>
      <p:sp>
        <p:nvSpPr>
          <p:cNvPr id="17" name="Text Placeholder 24">
            <a:extLst>
              <a:ext uri="{FF2B5EF4-FFF2-40B4-BE49-F238E27FC236}">
                <a16:creationId xmlns:a16="http://schemas.microsoft.com/office/drawing/2014/main" id="{EA2AB776-32C2-3D48-BD34-534C115BA984}"/>
              </a:ext>
            </a:extLst>
          </p:cNvPr>
          <p:cNvSpPr>
            <a:spLocks noGrp="1"/>
          </p:cNvSpPr>
          <p:nvPr>
            <p:ph type="body" sz="quarter" idx="11" hasCustomPrompt="1"/>
          </p:nvPr>
        </p:nvSpPr>
        <p:spPr>
          <a:xfrm>
            <a:off x="838199" y="1744716"/>
            <a:ext cx="6452997" cy="3746639"/>
          </a:xfrm>
          <a:prstGeom prst="rect">
            <a:avLst/>
          </a:prstGeom>
        </p:spPr>
        <p:txBody>
          <a:bodyPr lIns="0" tIns="0" rIns="0" bIns="0">
            <a:noAutofit/>
          </a:bodyPr>
          <a:lstStyle>
            <a:lvl1pPr marL="0" indent="0">
              <a:lnSpc>
                <a:spcPct val="150000"/>
              </a:lnSpc>
              <a:buNone/>
              <a:defRPr sz="18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Edit Master text styles Lorem ipsum dolor sit </a:t>
            </a:r>
            <a:r>
              <a:rPr lang="en-US" err="1"/>
              <a:t>amet</a:t>
            </a:r>
            <a:r>
              <a:rPr lang="en-US"/>
              <a:t>, </a:t>
            </a:r>
            <a:r>
              <a:rPr lang="en-US" err="1"/>
              <a:t>nsectetuer</a:t>
            </a:r>
            <a:r>
              <a:rPr lang="en-US"/>
              <a:t> adipiscing elit. Maecenas porttitor congue massa. Fusce posuere, magna sed pulvinar ultricies, purus lectus malesuada libero, sit amet commodo magna eros quis </a:t>
            </a:r>
            <a:r>
              <a:rPr lang="en-US" err="1"/>
              <a:t>urna</a:t>
            </a:r>
            <a:r>
              <a:rPr lang="en-US"/>
              <a:t>. </a:t>
            </a:r>
            <a:r>
              <a:rPr lang="en-US" err="1"/>
              <a:t>Turus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a:t>
            </a:r>
            <a:r>
              <a:rPr lang="en-US" err="1"/>
              <a:t>eros</a:t>
            </a:r>
            <a:r>
              <a:rPr lang="en-US"/>
              <a:t> </a:t>
            </a:r>
            <a:r>
              <a:rPr lang="en-US" err="1"/>
              <a:t>quis</a:t>
            </a:r>
            <a:r>
              <a:rPr lang="en-US"/>
              <a:t> </a:t>
            </a:r>
            <a:r>
              <a:rPr lang="en-US" err="1"/>
              <a:t>urna</a:t>
            </a:r>
            <a:r>
              <a:rPr lang="en-US"/>
              <a:t>. </a:t>
            </a:r>
          </a:p>
        </p:txBody>
      </p:sp>
      <p:sp>
        <p:nvSpPr>
          <p:cNvPr id="47" name="Text Placeholder 3">
            <a:extLst>
              <a:ext uri="{FF2B5EF4-FFF2-40B4-BE49-F238E27FC236}">
                <a16:creationId xmlns:a16="http://schemas.microsoft.com/office/drawing/2014/main" id="{3D8D1AB5-539E-DE43-A832-7546CBFF5FC0}"/>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20842061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6D6EE-2C2D-2140-8213-495850CA2045}"/>
              </a:ext>
            </a:extLst>
          </p:cNvPr>
          <p:cNvSpPr>
            <a:spLocks noGrp="1"/>
          </p:cNvSpPr>
          <p:nvPr>
            <p:ph type="title" hasCustomPrompt="1"/>
          </p:nvPr>
        </p:nvSpPr>
        <p:spPr>
          <a:xfrm>
            <a:off x="831850" y="2503170"/>
            <a:ext cx="10515600" cy="2059305"/>
          </a:xfrm>
          <a:prstGeom prst="rect">
            <a:avLst/>
          </a:prstGeom>
        </p:spPr>
        <p:txBody>
          <a:bodyPr anchor="b"/>
          <a:lstStyle>
            <a:lvl1pPr>
              <a:defRPr sz="6000"/>
            </a:lvl1pPr>
          </a:lstStyle>
          <a:p>
            <a:r>
              <a:rPr lang="en-US"/>
              <a:t>Text Heading Style</a:t>
            </a:r>
          </a:p>
        </p:txBody>
      </p:sp>
      <p:sp>
        <p:nvSpPr>
          <p:cNvPr id="3" name="Text Placeholder 2">
            <a:extLst>
              <a:ext uri="{FF2B5EF4-FFF2-40B4-BE49-F238E27FC236}">
                <a16:creationId xmlns:a16="http://schemas.microsoft.com/office/drawing/2014/main" id="{90BF0E80-192B-694F-B362-890FE3CCE876}"/>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4361371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Subtitle ">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B5A4D99-C36C-1944-9196-8215CBAFE45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891583" y="6275056"/>
            <a:ext cx="1706400" cy="445147"/>
          </a:xfrm>
          <a:prstGeom prst="rect">
            <a:avLst/>
          </a:prstGeom>
        </p:spPr>
      </p:pic>
      <p:sp>
        <p:nvSpPr>
          <p:cNvPr id="20" name="Text Placeholder 4">
            <a:extLst>
              <a:ext uri="{FF2B5EF4-FFF2-40B4-BE49-F238E27FC236}">
                <a16:creationId xmlns:a16="http://schemas.microsoft.com/office/drawing/2014/main" id="{13ECDAF9-D5DE-0E4E-AE70-16C9353D9AB3}"/>
              </a:ext>
            </a:extLst>
          </p:cNvPr>
          <p:cNvSpPr>
            <a:spLocks noGrp="1"/>
          </p:cNvSpPr>
          <p:nvPr>
            <p:ph type="body" sz="quarter" idx="15" hasCustomPrompt="1"/>
          </p:nvPr>
        </p:nvSpPr>
        <p:spPr>
          <a:xfrm>
            <a:off x="838798" y="1587842"/>
            <a:ext cx="8367713" cy="277534"/>
          </a:xfrm>
          <a:prstGeom prst="rect">
            <a:avLst/>
          </a:prstGeom>
        </p:spPr>
        <p:txBody>
          <a:bodyPr lIns="0" tIns="0" rIns="0" bIns="0">
            <a:noAutofit/>
          </a:bodyPr>
          <a:lstStyle>
            <a:lvl1pPr marL="0" indent="0">
              <a:buNone/>
              <a:defRPr sz="1800">
                <a:solidFill>
                  <a:schemeClr val="bg1">
                    <a:lumMod val="50000"/>
                  </a:schemeClr>
                </a:solidFill>
              </a:defRPr>
            </a:lvl1pPr>
            <a:lvl2pPr marL="457200" indent="0">
              <a:buNone/>
              <a:defRPr sz="1200">
                <a:solidFill>
                  <a:schemeClr val="bg1">
                    <a:lumMod val="50000"/>
                  </a:schemeClr>
                </a:solidFill>
              </a:defRPr>
            </a:lvl2pPr>
            <a:lvl3pPr marL="914400" indent="0">
              <a:buNone/>
              <a:defRPr sz="1200">
                <a:solidFill>
                  <a:schemeClr val="bg1">
                    <a:lumMod val="50000"/>
                  </a:schemeClr>
                </a:solidFill>
              </a:defRPr>
            </a:lvl3pPr>
            <a:lvl4pPr marL="1371600" indent="0">
              <a:buNone/>
              <a:defRPr sz="1200">
                <a:solidFill>
                  <a:schemeClr val="bg1">
                    <a:lumMod val="50000"/>
                  </a:schemeClr>
                </a:solidFill>
              </a:defRPr>
            </a:lvl4pPr>
            <a:lvl5pPr marL="1828800" indent="0">
              <a:buNone/>
              <a:defRPr sz="1200">
                <a:solidFill>
                  <a:schemeClr val="bg1">
                    <a:lumMod val="50000"/>
                  </a:schemeClr>
                </a:solidFill>
              </a:defRPr>
            </a:lvl5pPr>
          </a:lstStyle>
          <a:p>
            <a:pPr lvl="0"/>
            <a:r>
              <a:rPr lang="en-US"/>
              <a:t>EDIT MASTER TEXT STYLES</a:t>
            </a:r>
          </a:p>
        </p:txBody>
      </p:sp>
      <p:sp>
        <p:nvSpPr>
          <p:cNvPr id="6" name="Title 1">
            <a:extLst>
              <a:ext uri="{FF2B5EF4-FFF2-40B4-BE49-F238E27FC236}">
                <a16:creationId xmlns:a16="http://schemas.microsoft.com/office/drawing/2014/main" id="{6FAE4F5C-4D97-BB42-BF29-FA54A8FCF3AD}"/>
              </a:ext>
            </a:extLst>
          </p:cNvPr>
          <p:cNvSpPr>
            <a:spLocks noGrp="1"/>
          </p:cNvSpPr>
          <p:nvPr>
            <p:ph type="ctrTitle" hasCustomPrompt="1"/>
          </p:nvPr>
        </p:nvSpPr>
        <p:spPr>
          <a:xfrm>
            <a:off x="838798" y="673099"/>
            <a:ext cx="10419751" cy="760381"/>
          </a:xfrm>
          <a:prstGeom prst="rect">
            <a:avLst/>
          </a:prstGeom>
        </p:spPr>
        <p:txBody>
          <a:bodyPr lIns="0" tIns="0" rIns="0" bIns="0" anchor="ctr" anchorCtr="0">
            <a:noAutofit/>
          </a:bodyPr>
          <a:lstStyle>
            <a:lvl1pPr algn="l">
              <a:defRPr sz="3200" b="1"/>
            </a:lvl1pPr>
          </a:lstStyle>
          <a:p>
            <a:r>
              <a:rPr lang="en-US"/>
              <a:t>Introducing Text Heading Style</a:t>
            </a:r>
          </a:p>
        </p:txBody>
      </p:sp>
      <p:sp>
        <p:nvSpPr>
          <p:cNvPr id="10" name="Text Placeholder 3">
            <a:extLst>
              <a:ext uri="{FF2B5EF4-FFF2-40B4-BE49-F238E27FC236}">
                <a16:creationId xmlns:a16="http://schemas.microsoft.com/office/drawing/2014/main" id="{B77BFC5A-6E99-CE40-9F7A-B3DF3A83FC62}"/>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10232897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415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7775D6-2931-094F-976A-F10FDA2078B2}"/>
              </a:ext>
            </a:extLst>
          </p:cNvPr>
          <p:cNvSpPr>
            <a:spLocks noGrp="1"/>
          </p:cNvSpPr>
          <p:nvPr>
            <p:ph idx="1"/>
          </p:nvPr>
        </p:nvSpPr>
        <p:spPr>
          <a:xfrm>
            <a:off x="838200" y="1745615"/>
            <a:ext cx="10515600" cy="395795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625117C1-A812-E040-945C-CE32A63C76BF}"/>
              </a:ext>
            </a:extLst>
          </p:cNvPr>
          <p:cNvSpPr>
            <a:spLocks noGrp="1"/>
          </p:cNvSpPr>
          <p:nvPr>
            <p:ph type="ctrTitle" hasCustomPrompt="1"/>
          </p:nvPr>
        </p:nvSpPr>
        <p:spPr>
          <a:xfrm>
            <a:off x="838798" y="673099"/>
            <a:ext cx="10419751" cy="760381"/>
          </a:xfrm>
          <a:prstGeom prst="rect">
            <a:avLst/>
          </a:prstGeom>
        </p:spPr>
        <p:txBody>
          <a:bodyPr lIns="0" tIns="0" rIns="0" bIns="0" anchor="ctr" anchorCtr="0">
            <a:noAutofit/>
          </a:bodyPr>
          <a:lstStyle>
            <a:lvl1pPr algn="l">
              <a:defRPr sz="3200" b="1"/>
            </a:lvl1pPr>
          </a:lstStyle>
          <a:p>
            <a:r>
              <a:rPr lang="en-US"/>
              <a:t>Introducing Text Heading Style</a:t>
            </a:r>
          </a:p>
        </p:txBody>
      </p:sp>
      <p:sp>
        <p:nvSpPr>
          <p:cNvPr id="9" name="Text Placeholder 3">
            <a:extLst>
              <a:ext uri="{FF2B5EF4-FFF2-40B4-BE49-F238E27FC236}">
                <a16:creationId xmlns:a16="http://schemas.microsoft.com/office/drawing/2014/main" id="{F3698A9B-B612-3C43-B787-9DA59EEFD816}"/>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15449839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wo Column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D2CE5A-002C-0B40-B24E-DBED35723AEA}"/>
              </a:ext>
            </a:extLst>
          </p:cNvPr>
          <p:cNvSpPr>
            <a:spLocks noGrp="1"/>
          </p:cNvSpPr>
          <p:nvPr>
            <p:ph sz="half" idx="1"/>
          </p:nvPr>
        </p:nvSpPr>
        <p:spPr>
          <a:xfrm>
            <a:off x="838200" y="1745615"/>
            <a:ext cx="5181600" cy="391223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2E4FEE-F483-664E-81D7-D078E6EE369F}"/>
              </a:ext>
            </a:extLst>
          </p:cNvPr>
          <p:cNvSpPr>
            <a:spLocks noGrp="1"/>
          </p:cNvSpPr>
          <p:nvPr>
            <p:ph sz="half" idx="2"/>
          </p:nvPr>
        </p:nvSpPr>
        <p:spPr>
          <a:xfrm>
            <a:off x="6172200" y="1745615"/>
            <a:ext cx="5181600" cy="391223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3">
            <a:extLst>
              <a:ext uri="{FF2B5EF4-FFF2-40B4-BE49-F238E27FC236}">
                <a16:creationId xmlns:a16="http://schemas.microsoft.com/office/drawing/2014/main" id="{2E137C31-9346-714E-8071-2A79C3882403}"/>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
        <p:nvSpPr>
          <p:cNvPr id="6" name="Title 1">
            <a:extLst>
              <a:ext uri="{FF2B5EF4-FFF2-40B4-BE49-F238E27FC236}">
                <a16:creationId xmlns:a16="http://schemas.microsoft.com/office/drawing/2014/main" id="{4B1E6523-73D9-544F-A483-103CA8D631B7}"/>
              </a:ext>
            </a:extLst>
          </p:cNvPr>
          <p:cNvSpPr>
            <a:spLocks noGrp="1"/>
          </p:cNvSpPr>
          <p:nvPr>
            <p:ph type="ctrTitle" hasCustomPrompt="1"/>
          </p:nvPr>
        </p:nvSpPr>
        <p:spPr>
          <a:xfrm>
            <a:off x="838798" y="673099"/>
            <a:ext cx="10419751" cy="760381"/>
          </a:xfrm>
          <a:prstGeom prst="rect">
            <a:avLst/>
          </a:prstGeom>
        </p:spPr>
        <p:txBody>
          <a:bodyPr lIns="0" tIns="0" rIns="0" bIns="0" anchor="ctr" anchorCtr="0">
            <a:noAutofit/>
          </a:bodyPr>
          <a:lstStyle>
            <a:lvl1pPr algn="l">
              <a:defRPr sz="3200" b="1"/>
            </a:lvl1pPr>
          </a:lstStyle>
          <a:p>
            <a:r>
              <a:rPr lang="en-US"/>
              <a:t>Introducing Text Heading Style</a:t>
            </a:r>
          </a:p>
        </p:txBody>
      </p:sp>
    </p:spTree>
    <p:extLst>
      <p:ext uri="{BB962C8B-B14F-4D97-AF65-F5344CB8AC3E}">
        <p14:creationId xmlns:p14="http://schemas.microsoft.com/office/powerpoint/2010/main" val="17427097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wo Column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5989F0E-919C-3C44-B226-D46300E01C22}"/>
              </a:ext>
            </a:extLst>
          </p:cNvPr>
          <p:cNvSpPr>
            <a:spLocks noGrp="1"/>
          </p:cNvSpPr>
          <p:nvPr>
            <p:ph type="body" idx="1" hasCustomPrompt="1"/>
          </p:nvPr>
        </p:nvSpPr>
        <p:spPr>
          <a:xfrm>
            <a:off x="839788" y="1745615"/>
            <a:ext cx="5157787" cy="619125"/>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16D3A64-5076-8B4A-938D-D6E65E4950F2}"/>
              </a:ext>
            </a:extLst>
          </p:cNvPr>
          <p:cNvSpPr>
            <a:spLocks noGrp="1"/>
          </p:cNvSpPr>
          <p:nvPr>
            <p:ph sz="half" idx="2" hasCustomPrompt="1"/>
          </p:nvPr>
        </p:nvSpPr>
        <p:spPr>
          <a:xfrm>
            <a:off x="839788" y="2364741"/>
            <a:ext cx="5157787" cy="3304539"/>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06AB3836-E707-3543-890C-6855A9308434}"/>
              </a:ext>
            </a:extLst>
          </p:cNvPr>
          <p:cNvSpPr>
            <a:spLocks noGrp="1"/>
          </p:cNvSpPr>
          <p:nvPr>
            <p:ph type="body" sz="quarter" idx="3" hasCustomPrompt="1"/>
          </p:nvPr>
        </p:nvSpPr>
        <p:spPr>
          <a:xfrm>
            <a:off x="6172200" y="1745615"/>
            <a:ext cx="5183188" cy="619126"/>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3A43A20-1C8A-EE45-9EBF-4B2DA43566EE}"/>
              </a:ext>
            </a:extLst>
          </p:cNvPr>
          <p:cNvSpPr>
            <a:spLocks noGrp="1"/>
          </p:cNvSpPr>
          <p:nvPr>
            <p:ph sz="quarter" idx="4" hasCustomPrompt="1"/>
          </p:nvPr>
        </p:nvSpPr>
        <p:spPr>
          <a:xfrm>
            <a:off x="6172200" y="2364741"/>
            <a:ext cx="5183188" cy="3304539"/>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10" name="Title 1">
            <a:extLst>
              <a:ext uri="{FF2B5EF4-FFF2-40B4-BE49-F238E27FC236}">
                <a16:creationId xmlns:a16="http://schemas.microsoft.com/office/drawing/2014/main" id="{BA2A7CFE-E5D7-7A4B-9551-37E1215594B9}"/>
              </a:ext>
            </a:extLst>
          </p:cNvPr>
          <p:cNvSpPr>
            <a:spLocks noGrp="1"/>
          </p:cNvSpPr>
          <p:nvPr>
            <p:ph type="ctrTitle" hasCustomPrompt="1"/>
          </p:nvPr>
        </p:nvSpPr>
        <p:spPr>
          <a:xfrm>
            <a:off x="838798" y="673099"/>
            <a:ext cx="10419751" cy="760381"/>
          </a:xfrm>
          <a:prstGeom prst="rect">
            <a:avLst/>
          </a:prstGeom>
        </p:spPr>
        <p:txBody>
          <a:bodyPr lIns="0" tIns="0" rIns="0" bIns="0" anchor="ctr" anchorCtr="0">
            <a:noAutofit/>
          </a:bodyPr>
          <a:lstStyle>
            <a:lvl1pPr algn="l">
              <a:defRPr sz="3200" b="1"/>
            </a:lvl1pPr>
          </a:lstStyle>
          <a:p>
            <a:r>
              <a:rPr lang="en-US"/>
              <a:t>Introducing Text Heading Style</a:t>
            </a:r>
          </a:p>
        </p:txBody>
      </p:sp>
      <p:sp>
        <p:nvSpPr>
          <p:cNvPr id="18" name="Text Placeholder 3">
            <a:extLst>
              <a:ext uri="{FF2B5EF4-FFF2-40B4-BE49-F238E27FC236}">
                <a16:creationId xmlns:a16="http://schemas.microsoft.com/office/drawing/2014/main" id="{598C0B01-147F-BB45-B65B-AE2B9DA134C7}"/>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21899059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Two Column 3">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FB59F8-037F-1740-9ECB-5BC78E71CBD0}"/>
              </a:ext>
            </a:extLst>
          </p:cNvPr>
          <p:cNvSpPr>
            <a:spLocks noGrp="1"/>
          </p:cNvSpPr>
          <p:nvPr>
            <p:ph idx="1"/>
          </p:nvPr>
        </p:nvSpPr>
        <p:spPr>
          <a:xfrm>
            <a:off x="5183188" y="1745615"/>
            <a:ext cx="6172200" cy="3935095"/>
          </a:xfrm>
          <a:prstGeom prst="rect">
            <a:avLst/>
          </a:prstGeo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9043A08-6A9D-C342-BB7F-54D3CA7AA491}"/>
              </a:ext>
            </a:extLst>
          </p:cNvPr>
          <p:cNvSpPr>
            <a:spLocks noGrp="1"/>
          </p:cNvSpPr>
          <p:nvPr>
            <p:ph type="body" sz="half" idx="2"/>
          </p:nvPr>
        </p:nvSpPr>
        <p:spPr>
          <a:xfrm>
            <a:off x="836612" y="1745615"/>
            <a:ext cx="3932237" cy="3935094"/>
          </a:xfrm>
          <a:prstGeom prst="rect">
            <a:avLst/>
          </a:prstGeo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12" name="Title 1">
            <a:extLst>
              <a:ext uri="{FF2B5EF4-FFF2-40B4-BE49-F238E27FC236}">
                <a16:creationId xmlns:a16="http://schemas.microsoft.com/office/drawing/2014/main" id="{4FC63B28-55AE-984D-A45E-75C6DFBBD339}"/>
              </a:ext>
            </a:extLst>
          </p:cNvPr>
          <p:cNvSpPr>
            <a:spLocks noGrp="1"/>
          </p:cNvSpPr>
          <p:nvPr>
            <p:ph type="ctrTitle" hasCustomPrompt="1"/>
          </p:nvPr>
        </p:nvSpPr>
        <p:spPr>
          <a:xfrm>
            <a:off x="838200" y="673098"/>
            <a:ext cx="10517188" cy="760381"/>
          </a:xfrm>
          <a:prstGeom prst="rect">
            <a:avLst/>
          </a:prstGeom>
        </p:spPr>
        <p:txBody>
          <a:bodyPr lIns="0" tIns="0" rIns="0" bIns="0" anchor="ctr" anchorCtr="0">
            <a:noAutofit/>
          </a:bodyPr>
          <a:lstStyle>
            <a:lvl1pPr algn="l">
              <a:defRPr sz="3200" b="1"/>
            </a:lvl1pPr>
          </a:lstStyle>
          <a:p>
            <a:r>
              <a:rPr lang="en-US"/>
              <a:t>Introducing Text Heading Style</a:t>
            </a:r>
          </a:p>
        </p:txBody>
      </p:sp>
      <p:sp>
        <p:nvSpPr>
          <p:cNvPr id="14" name="Text Placeholder 3">
            <a:extLst>
              <a:ext uri="{FF2B5EF4-FFF2-40B4-BE49-F238E27FC236}">
                <a16:creationId xmlns:a16="http://schemas.microsoft.com/office/drawing/2014/main" id="{48401A2C-BC9F-5F45-B5BF-081FA6D11A96}"/>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225611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Four Grid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D2CE5A-002C-0B40-B24E-DBED35723AEA}"/>
              </a:ext>
            </a:extLst>
          </p:cNvPr>
          <p:cNvSpPr>
            <a:spLocks noGrp="1"/>
          </p:cNvSpPr>
          <p:nvPr>
            <p:ph sz="half" idx="1"/>
          </p:nvPr>
        </p:nvSpPr>
        <p:spPr>
          <a:xfrm>
            <a:off x="838200" y="1745615"/>
            <a:ext cx="5181600" cy="186626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2E4FEE-F483-664E-81D7-D078E6EE369F}"/>
              </a:ext>
            </a:extLst>
          </p:cNvPr>
          <p:cNvSpPr>
            <a:spLocks noGrp="1"/>
          </p:cNvSpPr>
          <p:nvPr>
            <p:ph sz="half" idx="2"/>
          </p:nvPr>
        </p:nvSpPr>
        <p:spPr>
          <a:xfrm>
            <a:off x="6172200" y="1745615"/>
            <a:ext cx="5181600" cy="186626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a:extLst>
              <a:ext uri="{FF2B5EF4-FFF2-40B4-BE49-F238E27FC236}">
                <a16:creationId xmlns:a16="http://schemas.microsoft.com/office/drawing/2014/main" id="{3A4B0078-D17C-AE42-94E0-3898974FF2F6}"/>
              </a:ext>
            </a:extLst>
          </p:cNvPr>
          <p:cNvSpPr>
            <a:spLocks noGrp="1"/>
          </p:cNvSpPr>
          <p:nvPr>
            <p:ph type="ctrTitle" hasCustomPrompt="1"/>
          </p:nvPr>
        </p:nvSpPr>
        <p:spPr>
          <a:xfrm>
            <a:off x="838798" y="673099"/>
            <a:ext cx="10419751" cy="760381"/>
          </a:xfrm>
          <a:prstGeom prst="rect">
            <a:avLst/>
          </a:prstGeom>
        </p:spPr>
        <p:txBody>
          <a:bodyPr lIns="0" tIns="0" rIns="0" bIns="0" anchor="ctr" anchorCtr="0">
            <a:noAutofit/>
          </a:bodyPr>
          <a:lstStyle>
            <a:lvl1pPr algn="l">
              <a:defRPr sz="3200" b="1"/>
            </a:lvl1pPr>
          </a:lstStyle>
          <a:p>
            <a:r>
              <a:rPr lang="en-US"/>
              <a:t>Introducing Text Heading Style</a:t>
            </a:r>
          </a:p>
        </p:txBody>
      </p:sp>
      <p:sp>
        <p:nvSpPr>
          <p:cNvPr id="22" name="Content Placeholder 2">
            <a:extLst>
              <a:ext uri="{FF2B5EF4-FFF2-40B4-BE49-F238E27FC236}">
                <a16:creationId xmlns:a16="http://schemas.microsoft.com/office/drawing/2014/main" id="{FE9013C2-E8D5-A44A-9A90-E7CF855D4D47}"/>
              </a:ext>
            </a:extLst>
          </p:cNvPr>
          <p:cNvSpPr>
            <a:spLocks noGrp="1"/>
          </p:cNvSpPr>
          <p:nvPr>
            <p:ph sz="half" idx="13"/>
          </p:nvPr>
        </p:nvSpPr>
        <p:spPr>
          <a:xfrm>
            <a:off x="838200" y="3768725"/>
            <a:ext cx="5181600" cy="186626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3">
            <a:extLst>
              <a:ext uri="{FF2B5EF4-FFF2-40B4-BE49-F238E27FC236}">
                <a16:creationId xmlns:a16="http://schemas.microsoft.com/office/drawing/2014/main" id="{B4576799-9AC2-7542-A77E-0551E93A9705}"/>
              </a:ext>
            </a:extLst>
          </p:cNvPr>
          <p:cNvSpPr>
            <a:spLocks noGrp="1"/>
          </p:cNvSpPr>
          <p:nvPr>
            <p:ph sz="half" idx="14"/>
          </p:nvPr>
        </p:nvSpPr>
        <p:spPr>
          <a:xfrm>
            <a:off x="6172200" y="3768725"/>
            <a:ext cx="5181600" cy="186626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3">
            <a:extLst>
              <a:ext uri="{FF2B5EF4-FFF2-40B4-BE49-F238E27FC236}">
                <a16:creationId xmlns:a16="http://schemas.microsoft.com/office/drawing/2014/main" id="{56F9C862-91C1-0042-8037-D0F0049032A4}"/>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34373156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Four Grid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5989F0E-919C-3C44-B226-D46300E01C22}"/>
              </a:ext>
            </a:extLst>
          </p:cNvPr>
          <p:cNvSpPr>
            <a:spLocks noGrp="1"/>
          </p:cNvSpPr>
          <p:nvPr>
            <p:ph type="body" idx="1" hasCustomPrompt="1"/>
          </p:nvPr>
        </p:nvSpPr>
        <p:spPr>
          <a:xfrm>
            <a:off x="839788" y="1745615"/>
            <a:ext cx="5157787" cy="619125"/>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16D3A64-5076-8B4A-938D-D6E65E4950F2}"/>
              </a:ext>
            </a:extLst>
          </p:cNvPr>
          <p:cNvSpPr>
            <a:spLocks noGrp="1"/>
          </p:cNvSpPr>
          <p:nvPr>
            <p:ph sz="half" idx="2" hasCustomPrompt="1"/>
          </p:nvPr>
        </p:nvSpPr>
        <p:spPr>
          <a:xfrm>
            <a:off x="839788" y="2364741"/>
            <a:ext cx="5157787" cy="1224279"/>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06AB3836-E707-3543-890C-6855A9308434}"/>
              </a:ext>
            </a:extLst>
          </p:cNvPr>
          <p:cNvSpPr>
            <a:spLocks noGrp="1"/>
          </p:cNvSpPr>
          <p:nvPr>
            <p:ph type="body" sz="quarter" idx="3" hasCustomPrompt="1"/>
          </p:nvPr>
        </p:nvSpPr>
        <p:spPr>
          <a:xfrm>
            <a:off x="6172200" y="1745615"/>
            <a:ext cx="5183188" cy="619126"/>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3A43A20-1C8A-EE45-9EBF-4B2DA43566EE}"/>
              </a:ext>
            </a:extLst>
          </p:cNvPr>
          <p:cNvSpPr>
            <a:spLocks noGrp="1"/>
          </p:cNvSpPr>
          <p:nvPr>
            <p:ph sz="quarter" idx="4" hasCustomPrompt="1"/>
          </p:nvPr>
        </p:nvSpPr>
        <p:spPr>
          <a:xfrm>
            <a:off x="6172200" y="2364741"/>
            <a:ext cx="5183188" cy="1224279"/>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10" name="Title 1">
            <a:extLst>
              <a:ext uri="{FF2B5EF4-FFF2-40B4-BE49-F238E27FC236}">
                <a16:creationId xmlns:a16="http://schemas.microsoft.com/office/drawing/2014/main" id="{BA2A7CFE-E5D7-7A4B-9551-37E1215594B9}"/>
              </a:ext>
            </a:extLst>
          </p:cNvPr>
          <p:cNvSpPr>
            <a:spLocks noGrp="1"/>
          </p:cNvSpPr>
          <p:nvPr>
            <p:ph type="ctrTitle" hasCustomPrompt="1"/>
          </p:nvPr>
        </p:nvSpPr>
        <p:spPr>
          <a:xfrm>
            <a:off x="838798" y="673099"/>
            <a:ext cx="10419751" cy="760381"/>
          </a:xfrm>
          <a:prstGeom prst="rect">
            <a:avLst/>
          </a:prstGeom>
        </p:spPr>
        <p:txBody>
          <a:bodyPr lIns="0" tIns="0" rIns="0" bIns="0" anchor="ctr" anchorCtr="0">
            <a:noAutofit/>
          </a:bodyPr>
          <a:lstStyle>
            <a:lvl1pPr algn="l">
              <a:defRPr sz="3200" b="1"/>
            </a:lvl1pPr>
          </a:lstStyle>
          <a:p>
            <a:r>
              <a:rPr lang="en-US"/>
              <a:t>Introducing Text Heading Style</a:t>
            </a:r>
          </a:p>
        </p:txBody>
      </p:sp>
      <p:sp>
        <p:nvSpPr>
          <p:cNvPr id="17" name="Text Placeholder 2">
            <a:extLst>
              <a:ext uri="{FF2B5EF4-FFF2-40B4-BE49-F238E27FC236}">
                <a16:creationId xmlns:a16="http://schemas.microsoft.com/office/drawing/2014/main" id="{FC2595B2-5E0A-BA49-9580-3F063551019F}"/>
              </a:ext>
            </a:extLst>
          </p:cNvPr>
          <p:cNvSpPr>
            <a:spLocks noGrp="1"/>
          </p:cNvSpPr>
          <p:nvPr>
            <p:ph type="body" idx="15" hasCustomPrompt="1"/>
          </p:nvPr>
        </p:nvSpPr>
        <p:spPr>
          <a:xfrm>
            <a:off x="839788" y="3791585"/>
            <a:ext cx="5157787" cy="619125"/>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8" name="Content Placeholder 3">
            <a:extLst>
              <a:ext uri="{FF2B5EF4-FFF2-40B4-BE49-F238E27FC236}">
                <a16:creationId xmlns:a16="http://schemas.microsoft.com/office/drawing/2014/main" id="{14BA430B-AB51-1745-957F-723711777E4F}"/>
              </a:ext>
            </a:extLst>
          </p:cNvPr>
          <p:cNvSpPr>
            <a:spLocks noGrp="1"/>
          </p:cNvSpPr>
          <p:nvPr>
            <p:ph sz="half" idx="16" hasCustomPrompt="1"/>
          </p:nvPr>
        </p:nvSpPr>
        <p:spPr>
          <a:xfrm>
            <a:off x="839788" y="4410711"/>
            <a:ext cx="5157787" cy="1224279"/>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19" name="Text Placeholder 4">
            <a:extLst>
              <a:ext uri="{FF2B5EF4-FFF2-40B4-BE49-F238E27FC236}">
                <a16:creationId xmlns:a16="http://schemas.microsoft.com/office/drawing/2014/main" id="{1A4042E0-9B6C-D84B-9F4F-7AD805528368}"/>
              </a:ext>
            </a:extLst>
          </p:cNvPr>
          <p:cNvSpPr>
            <a:spLocks noGrp="1"/>
          </p:cNvSpPr>
          <p:nvPr>
            <p:ph type="body" sz="quarter" idx="17" hasCustomPrompt="1"/>
          </p:nvPr>
        </p:nvSpPr>
        <p:spPr>
          <a:xfrm>
            <a:off x="6172200" y="3791585"/>
            <a:ext cx="5183188" cy="619126"/>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Content Placeholder 5">
            <a:extLst>
              <a:ext uri="{FF2B5EF4-FFF2-40B4-BE49-F238E27FC236}">
                <a16:creationId xmlns:a16="http://schemas.microsoft.com/office/drawing/2014/main" id="{708E1EA6-3A19-A74D-92B3-3B7A645DF3DF}"/>
              </a:ext>
            </a:extLst>
          </p:cNvPr>
          <p:cNvSpPr>
            <a:spLocks noGrp="1"/>
          </p:cNvSpPr>
          <p:nvPr>
            <p:ph sz="quarter" idx="18" hasCustomPrompt="1"/>
          </p:nvPr>
        </p:nvSpPr>
        <p:spPr>
          <a:xfrm>
            <a:off x="6172200" y="4410711"/>
            <a:ext cx="5183188" cy="1224279"/>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p:txBody>
      </p:sp>
      <p:sp>
        <p:nvSpPr>
          <p:cNvPr id="21" name="Text Placeholder 3">
            <a:extLst>
              <a:ext uri="{FF2B5EF4-FFF2-40B4-BE49-F238E27FC236}">
                <a16:creationId xmlns:a16="http://schemas.microsoft.com/office/drawing/2014/main" id="{440A9416-7369-3049-9DE8-3F1D35E9313B}"/>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26834044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with Image 1">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043A08-6A9D-C342-BB7F-54D3CA7AA491}"/>
              </a:ext>
            </a:extLst>
          </p:cNvPr>
          <p:cNvSpPr>
            <a:spLocks noGrp="1"/>
          </p:cNvSpPr>
          <p:nvPr>
            <p:ph type="body" sz="half" idx="2"/>
          </p:nvPr>
        </p:nvSpPr>
        <p:spPr>
          <a:xfrm>
            <a:off x="836612" y="1745615"/>
            <a:ext cx="3932237" cy="3935094"/>
          </a:xfrm>
          <a:prstGeom prst="rect">
            <a:avLst/>
          </a:prstGeo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12" name="Title 1">
            <a:extLst>
              <a:ext uri="{FF2B5EF4-FFF2-40B4-BE49-F238E27FC236}">
                <a16:creationId xmlns:a16="http://schemas.microsoft.com/office/drawing/2014/main" id="{4FC63B28-55AE-984D-A45E-75C6DFBBD339}"/>
              </a:ext>
            </a:extLst>
          </p:cNvPr>
          <p:cNvSpPr>
            <a:spLocks noGrp="1"/>
          </p:cNvSpPr>
          <p:nvPr>
            <p:ph type="ctrTitle" hasCustomPrompt="1"/>
          </p:nvPr>
        </p:nvSpPr>
        <p:spPr>
          <a:xfrm>
            <a:off x="838200" y="673098"/>
            <a:ext cx="10517188" cy="760381"/>
          </a:xfrm>
          <a:prstGeom prst="rect">
            <a:avLst/>
          </a:prstGeom>
        </p:spPr>
        <p:txBody>
          <a:bodyPr lIns="0" tIns="0" rIns="0" bIns="0" anchor="ctr" anchorCtr="0">
            <a:noAutofit/>
          </a:bodyPr>
          <a:lstStyle>
            <a:lvl1pPr algn="l">
              <a:defRPr sz="3200" b="1"/>
            </a:lvl1pPr>
          </a:lstStyle>
          <a:p>
            <a:r>
              <a:rPr lang="en-US"/>
              <a:t>Introducing Text Heading Style</a:t>
            </a:r>
          </a:p>
        </p:txBody>
      </p:sp>
      <p:sp>
        <p:nvSpPr>
          <p:cNvPr id="5" name="Picture Placeholder 2">
            <a:extLst>
              <a:ext uri="{FF2B5EF4-FFF2-40B4-BE49-F238E27FC236}">
                <a16:creationId xmlns:a16="http://schemas.microsoft.com/office/drawing/2014/main" id="{0878E9A9-5307-324D-A9D7-A4944CCB079C}"/>
              </a:ext>
            </a:extLst>
          </p:cNvPr>
          <p:cNvSpPr>
            <a:spLocks noGrp="1"/>
          </p:cNvSpPr>
          <p:nvPr>
            <p:ph type="pic" idx="10"/>
          </p:nvPr>
        </p:nvSpPr>
        <p:spPr>
          <a:xfrm>
            <a:off x="5183188" y="1745616"/>
            <a:ext cx="6172200" cy="3935094"/>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8" name="Text Placeholder 3">
            <a:extLst>
              <a:ext uri="{FF2B5EF4-FFF2-40B4-BE49-F238E27FC236}">
                <a16:creationId xmlns:a16="http://schemas.microsoft.com/office/drawing/2014/main" id="{22F7BAB1-3E0D-1F4D-A444-BBC6ED51564E}"/>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Tree>
    <p:extLst>
      <p:ext uri="{BB962C8B-B14F-4D97-AF65-F5344CB8AC3E}">
        <p14:creationId xmlns:p14="http://schemas.microsoft.com/office/powerpoint/2010/main" val="24019034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 with Imag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578E32-8768-634F-AF88-8970DD1925AB}"/>
              </a:ext>
            </a:extLst>
          </p:cNvPr>
          <p:cNvSpPr/>
          <p:nvPr userDrawn="1"/>
        </p:nvSpPr>
        <p:spPr>
          <a:xfrm>
            <a:off x="1" y="6097619"/>
            <a:ext cx="9459884" cy="7603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3">
            <a:extLst>
              <a:ext uri="{FF2B5EF4-FFF2-40B4-BE49-F238E27FC236}">
                <a16:creationId xmlns:a16="http://schemas.microsoft.com/office/drawing/2014/main" id="{A32774B4-5B90-744F-95F7-5AB755278359}"/>
              </a:ext>
            </a:extLst>
          </p:cNvPr>
          <p:cNvSpPr>
            <a:spLocks noGrp="1"/>
          </p:cNvSpPr>
          <p:nvPr>
            <p:ph type="body" sz="half" idx="2"/>
          </p:nvPr>
        </p:nvSpPr>
        <p:spPr>
          <a:xfrm>
            <a:off x="836612" y="1745615"/>
            <a:ext cx="3932237" cy="3935094"/>
          </a:xfrm>
          <a:prstGeom prst="rect">
            <a:avLst/>
          </a:prstGeo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Title 1">
            <a:extLst>
              <a:ext uri="{FF2B5EF4-FFF2-40B4-BE49-F238E27FC236}">
                <a16:creationId xmlns:a16="http://schemas.microsoft.com/office/drawing/2014/main" id="{5E6115C1-86B5-064F-AAE1-1416CB8FC6DE}"/>
              </a:ext>
            </a:extLst>
          </p:cNvPr>
          <p:cNvSpPr>
            <a:spLocks noGrp="1"/>
          </p:cNvSpPr>
          <p:nvPr>
            <p:ph type="ctrTitle" hasCustomPrompt="1"/>
          </p:nvPr>
        </p:nvSpPr>
        <p:spPr>
          <a:xfrm>
            <a:off x="838200" y="673098"/>
            <a:ext cx="10517188" cy="760381"/>
          </a:xfrm>
          <a:prstGeom prst="rect">
            <a:avLst/>
          </a:prstGeom>
        </p:spPr>
        <p:txBody>
          <a:bodyPr lIns="0" tIns="0" rIns="0" bIns="0" anchor="ctr" anchorCtr="0">
            <a:noAutofit/>
          </a:bodyPr>
          <a:lstStyle>
            <a:lvl1pPr algn="l">
              <a:defRPr sz="3200" b="1"/>
            </a:lvl1pPr>
          </a:lstStyle>
          <a:p>
            <a:r>
              <a:rPr lang="en-US"/>
              <a:t>Introducing Text Heading Style</a:t>
            </a:r>
          </a:p>
        </p:txBody>
      </p:sp>
      <p:sp>
        <p:nvSpPr>
          <p:cNvPr id="10" name="Picture Placeholder 2">
            <a:extLst>
              <a:ext uri="{FF2B5EF4-FFF2-40B4-BE49-F238E27FC236}">
                <a16:creationId xmlns:a16="http://schemas.microsoft.com/office/drawing/2014/main" id="{F1CFCC94-273B-444C-A88D-0A7364AEE5A3}"/>
              </a:ext>
            </a:extLst>
          </p:cNvPr>
          <p:cNvSpPr>
            <a:spLocks noGrp="1"/>
          </p:cNvSpPr>
          <p:nvPr>
            <p:ph type="pic" idx="10"/>
          </p:nvPr>
        </p:nvSpPr>
        <p:spPr>
          <a:xfrm>
            <a:off x="5183188" y="1745616"/>
            <a:ext cx="6172200" cy="3935094"/>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Text Placeholder 3">
            <a:extLst>
              <a:ext uri="{FF2B5EF4-FFF2-40B4-BE49-F238E27FC236}">
                <a16:creationId xmlns:a16="http://schemas.microsoft.com/office/drawing/2014/main" id="{3292CE42-7A88-4A46-8D8C-1F8C3EB8BF6C}"/>
              </a:ext>
            </a:extLst>
          </p:cNvPr>
          <p:cNvSpPr>
            <a:spLocks noGrp="1"/>
          </p:cNvSpPr>
          <p:nvPr>
            <p:ph type="body" sz="quarter" idx="33" hasCustomPrompt="1"/>
          </p:nvPr>
        </p:nvSpPr>
        <p:spPr>
          <a:xfrm>
            <a:off x="709916" y="6325361"/>
            <a:ext cx="8749969" cy="313326"/>
          </a:xfrm>
          <a:prstGeom prst="rect">
            <a:avLst/>
          </a:prstGeom>
        </p:spPr>
        <p:txBody>
          <a:bodyPr/>
          <a:lstStyle>
            <a:lvl1pPr marL="0" indent="0">
              <a:buNone/>
              <a:defRPr sz="1800" b="1">
                <a:solidFill>
                  <a:schemeClr val="bg1"/>
                </a:solidFill>
              </a:defRPr>
            </a:lvl1pPr>
          </a:lstStyle>
          <a:p>
            <a:pPr defTabSz="457200" eaLnBrk="0" fontAlgn="base" hangingPunct="0">
              <a:spcBef>
                <a:spcPct val="0"/>
              </a:spcBef>
              <a:spcAft>
                <a:spcPct val="0"/>
              </a:spcAft>
              <a:defRPr/>
            </a:pPr>
            <a:r>
              <a:rPr lang="en-US" i="1"/>
              <a:t>Title Text</a:t>
            </a:r>
          </a:p>
        </p:txBody>
      </p:sp>
      <p:sp>
        <p:nvSpPr>
          <p:cNvPr id="8" name="TextBox 7">
            <a:extLst>
              <a:ext uri="{FF2B5EF4-FFF2-40B4-BE49-F238E27FC236}">
                <a16:creationId xmlns:a16="http://schemas.microsoft.com/office/drawing/2014/main" id="{1DB9C8FA-3D3E-A840-B677-15BBE61B9527}"/>
              </a:ext>
            </a:extLst>
          </p:cNvPr>
          <p:cNvSpPr txBox="1"/>
          <p:nvPr userDrawn="1"/>
        </p:nvSpPr>
        <p:spPr>
          <a:xfrm>
            <a:off x="195936" y="6443438"/>
            <a:ext cx="642264" cy="246221"/>
          </a:xfrm>
          <a:prstGeom prst="rect">
            <a:avLst/>
          </a:prstGeom>
          <a:noFill/>
        </p:spPr>
        <p:txBody>
          <a:bodyPr wrap="square" rtlCol="0">
            <a:spAutoFit/>
          </a:bodyPr>
          <a:lstStyle/>
          <a:p>
            <a:fld id="{3C291B5F-1E59-3447-9939-CD2AE96E39EF}" type="slidenum">
              <a:rPr lang="en-US" sz="1000" smtClean="0">
                <a:solidFill>
                  <a:schemeClr val="bg1"/>
                </a:solidFill>
              </a:rPr>
              <a:t>‹#›</a:t>
            </a:fld>
            <a:endParaRPr lang="en-US" sz="1000">
              <a:solidFill>
                <a:schemeClr val="bg1"/>
              </a:solidFill>
            </a:endParaRPr>
          </a:p>
        </p:txBody>
      </p:sp>
    </p:spTree>
    <p:extLst>
      <p:ext uri="{BB962C8B-B14F-4D97-AF65-F5344CB8AC3E}">
        <p14:creationId xmlns:p14="http://schemas.microsoft.com/office/powerpoint/2010/main" val="42149754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CAF43-8A88-4B1B-AEB6-F0136BB5E80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EC3889-C758-4347-B25A-8C2B9911473D}"/>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5385619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Icon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A689B1E-306A-184E-8126-19FBD572B982}"/>
              </a:ext>
            </a:extLst>
          </p:cNvPr>
          <p:cNvSpPr>
            <a:spLocks noChangeAspect="1"/>
          </p:cNvSpPr>
          <p:nvPr userDrawn="1"/>
        </p:nvSpPr>
        <p:spPr>
          <a:xfrm>
            <a:off x="1195620" y="2081683"/>
            <a:ext cx="630000" cy="630000"/>
          </a:xfrm>
          <a:prstGeom prst="rect">
            <a:avLst/>
          </a:prstGeom>
          <a:solidFill>
            <a:schemeClr val="bg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3">
            <a:extLst>
              <a:ext uri="{FF2B5EF4-FFF2-40B4-BE49-F238E27FC236}">
                <a16:creationId xmlns:a16="http://schemas.microsoft.com/office/drawing/2014/main" id="{29A328EF-B7C5-6C48-87F4-EE77BE4A6EE8}"/>
              </a:ext>
            </a:extLst>
          </p:cNvPr>
          <p:cNvSpPr>
            <a:spLocks noGrp="1" noChangeAspect="1"/>
          </p:cNvSpPr>
          <p:nvPr>
            <p:ph type="body" sz="quarter" idx="11" hasCustomPrompt="1"/>
          </p:nvPr>
        </p:nvSpPr>
        <p:spPr>
          <a:xfrm>
            <a:off x="859699" y="1871976"/>
            <a:ext cx="180000" cy="180000"/>
          </a:xfrm>
          <a:prstGeom prst="rect">
            <a:avLst/>
          </a:prstGeom>
          <a:noFill/>
        </p:spPr>
        <p:txBody>
          <a:bodyPr anchor="ctr"/>
          <a:lstStyle>
            <a:lvl1pPr marL="0" indent="0" algn="ctr">
              <a:buNone/>
              <a:defRPr sz="1400" b="1">
                <a:solidFill>
                  <a:schemeClr val="bg1"/>
                </a:solidFill>
              </a:defRPr>
            </a:lvl1pPr>
          </a:lstStyle>
          <a:p>
            <a:pPr lvl="0"/>
            <a:r>
              <a:rPr lang="en-US"/>
              <a:t>1</a:t>
            </a:r>
          </a:p>
        </p:txBody>
      </p:sp>
      <p:sp>
        <p:nvSpPr>
          <p:cNvPr id="16" name="Text Placeholder 15">
            <a:extLst>
              <a:ext uri="{FF2B5EF4-FFF2-40B4-BE49-F238E27FC236}">
                <a16:creationId xmlns:a16="http://schemas.microsoft.com/office/drawing/2014/main" id="{F3DBE93F-8C94-0142-BDCB-B308168CE4D5}"/>
              </a:ext>
            </a:extLst>
          </p:cNvPr>
          <p:cNvSpPr>
            <a:spLocks noGrp="1"/>
          </p:cNvSpPr>
          <p:nvPr>
            <p:ph type="body" sz="quarter" idx="12" hasCustomPrompt="1"/>
          </p:nvPr>
        </p:nvSpPr>
        <p:spPr>
          <a:xfrm>
            <a:off x="805176" y="2878283"/>
            <a:ext cx="1410888" cy="252444"/>
          </a:xfrm>
          <a:prstGeom prst="rect">
            <a:avLst/>
          </a:prstGeom>
        </p:spPr>
        <p:txBody>
          <a:bodyPr lIns="0" rIns="0"/>
          <a:lstStyle>
            <a:lvl1pPr marL="0" indent="0" algn="ctr">
              <a:buNone/>
              <a:defRPr sz="1000">
                <a:solidFill>
                  <a:schemeClr val="bg1"/>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r>
              <a:rPr lang="en-US"/>
              <a:t>Click Above to Add Icon</a:t>
            </a:r>
          </a:p>
        </p:txBody>
      </p:sp>
      <p:sp>
        <p:nvSpPr>
          <p:cNvPr id="19" name="Picture Placeholder 18">
            <a:extLst>
              <a:ext uri="{FF2B5EF4-FFF2-40B4-BE49-F238E27FC236}">
                <a16:creationId xmlns:a16="http://schemas.microsoft.com/office/drawing/2014/main" id="{0CADD8F6-2DC8-8040-AD86-FF9D57AD458C}"/>
              </a:ext>
            </a:extLst>
          </p:cNvPr>
          <p:cNvSpPr>
            <a:spLocks noGrp="1" noChangeAspect="1"/>
          </p:cNvSpPr>
          <p:nvPr>
            <p:ph type="pic" sz="quarter" idx="13" hasCustomPrompt="1"/>
          </p:nvPr>
        </p:nvSpPr>
        <p:spPr>
          <a:xfrm>
            <a:off x="1285620" y="2171683"/>
            <a:ext cx="450000" cy="450000"/>
          </a:xfrm>
          <a:prstGeom prst="rect">
            <a:avLst/>
          </a:prstGeom>
          <a:noFill/>
        </p:spPr>
        <p:txBody>
          <a:bodyPr anchor="ctr"/>
          <a:lstStyle>
            <a:lvl1pPr marL="0" indent="0" algn="ctr">
              <a:buNone/>
              <a:defRPr sz="700">
                <a:solidFill>
                  <a:schemeClr val="bg1"/>
                </a:solidFill>
              </a:defRPr>
            </a:lvl1pPr>
          </a:lstStyle>
          <a:p>
            <a:r>
              <a:rPr lang="en-US" err="1"/>
              <a:t>Clcik</a:t>
            </a:r>
            <a:r>
              <a:rPr lang="en-US"/>
              <a:t> to Add Icon Here</a:t>
            </a:r>
          </a:p>
        </p:txBody>
      </p:sp>
      <p:sp>
        <p:nvSpPr>
          <p:cNvPr id="24" name="Rectangle 23">
            <a:extLst>
              <a:ext uri="{FF2B5EF4-FFF2-40B4-BE49-F238E27FC236}">
                <a16:creationId xmlns:a16="http://schemas.microsoft.com/office/drawing/2014/main" id="{D7CAFA87-1207-4143-8C0D-1ED615887858}"/>
              </a:ext>
            </a:extLst>
          </p:cNvPr>
          <p:cNvSpPr>
            <a:spLocks noChangeAspect="1"/>
          </p:cNvSpPr>
          <p:nvPr userDrawn="1"/>
        </p:nvSpPr>
        <p:spPr>
          <a:xfrm>
            <a:off x="3078684" y="2081683"/>
            <a:ext cx="630000" cy="630000"/>
          </a:xfrm>
          <a:prstGeom prst="rect">
            <a:avLst/>
          </a:prstGeom>
          <a:solidFill>
            <a:schemeClr val="bg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 Placeholder 13">
            <a:extLst>
              <a:ext uri="{FF2B5EF4-FFF2-40B4-BE49-F238E27FC236}">
                <a16:creationId xmlns:a16="http://schemas.microsoft.com/office/drawing/2014/main" id="{4DFBDBDE-CD66-F343-8103-FD29E2F7691A}"/>
              </a:ext>
            </a:extLst>
          </p:cNvPr>
          <p:cNvSpPr>
            <a:spLocks noGrp="1" noChangeAspect="1"/>
          </p:cNvSpPr>
          <p:nvPr>
            <p:ph type="body" sz="quarter" idx="14" hasCustomPrompt="1"/>
          </p:nvPr>
        </p:nvSpPr>
        <p:spPr>
          <a:xfrm>
            <a:off x="2742763" y="1868350"/>
            <a:ext cx="180000" cy="180000"/>
          </a:xfrm>
          <a:prstGeom prst="rect">
            <a:avLst/>
          </a:prstGeom>
          <a:noFill/>
        </p:spPr>
        <p:txBody>
          <a:bodyPr anchor="ctr"/>
          <a:lstStyle>
            <a:lvl1pPr marL="0" indent="0" algn="ctr">
              <a:buNone/>
              <a:defRPr sz="1400" b="1">
                <a:solidFill>
                  <a:schemeClr val="bg1"/>
                </a:solidFill>
              </a:defRPr>
            </a:lvl1pPr>
          </a:lstStyle>
          <a:p>
            <a:pPr lvl="0"/>
            <a:r>
              <a:rPr lang="en-US"/>
              <a:t>2</a:t>
            </a:r>
          </a:p>
        </p:txBody>
      </p:sp>
      <p:sp>
        <p:nvSpPr>
          <p:cNvPr id="27" name="Picture Placeholder 18">
            <a:extLst>
              <a:ext uri="{FF2B5EF4-FFF2-40B4-BE49-F238E27FC236}">
                <a16:creationId xmlns:a16="http://schemas.microsoft.com/office/drawing/2014/main" id="{9636971E-E191-7241-A8D4-C3DD787C74B4}"/>
              </a:ext>
            </a:extLst>
          </p:cNvPr>
          <p:cNvSpPr>
            <a:spLocks noGrp="1" noChangeAspect="1"/>
          </p:cNvSpPr>
          <p:nvPr>
            <p:ph type="pic" sz="quarter" idx="16" hasCustomPrompt="1"/>
          </p:nvPr>
        </p:nvSpPr>
        <p:spPr>
          <a:xfrm>
            <a:off x="3168684" y="2171683"/>
            <a:ext cx="450000" cy="450000"/>
          </a:xfrm>
          <a:prstGeom prst="rect">
            <a:avLst/>
          </a:prstGeom>
          <a:noFill/>
        </p:spPr>
        <p:txBody>
          <a:bodyPr anchor="ctr"/>
          <a:lstStyle>
            <a:lvl1pPr marL="0" indent="0" algn="ctr">
              <a:buNone/>
              <a:defRPr sz="700">
                <a:solidFill>
                  <a:schemeClr val="bg1"/>
                </a:solidFill>
              </a:defRPr>
            </a:lvl1pPr>
          </a:lstStyle>
          <a:p>
            <a:r>
              <a:rPr lang="en-US" err="1"/>
              <a:t>Clcik</a:t>
            </a:r>
            <a:r>
              <a:rPr lang="en-US"/>
              <a:t> to Add Icon Here</a:t>
            </a:r>
          </a:p>
        </p:txBody>
      </p:sp>
      <p:sp>
        <p:nvSpPr>
          <p:cNvPr id="28" name="Rectangle 27">
            <a:extLst>
              <a:ext uri="{FF2B5EF4-FFF2-40B4-BE49-F238E27FC236}">
                <a16:creationId xmlns:a16="http://schemas.microsoft.com/office/drawing/2014/main" id="{433D1E83-F1AD-F244-9758-B96D73B72293}"/>
              </a:ext>
            </a:extLst>
          </p:cNvPr>
          <p:cNvSpPr>
            <a:spLocks noChangeAspect="1"/>
          </p:cNvSpPr>
          <p:nvPr userDrawn="1"/>
        </p:nvSpPr>
        <p:spPr>
          <a:xfrm>
            <a:off x="4908944" y="2081683"/>
            <a:ext cx="630000" cy="630000"/>
          </a:xfrm>
          <a:prstGeom prst="rect">
            <a:avLst/>
          </a:prstGeom>
          <a:solidFill>
            <a:schemeClr val="bg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 Placeholder 13">
            <a:extLst>
              <a:ext uri="{FF2B5EF4-FFF2-40B4-BE49-F238E27FC236}">
                <a16:creationId xmlns:a16="http://schemas.microsoft.com/office/drawing/2014/main" id="{1458881A-3B72-D742-B2C5-6E40414B5ABC}"/>
              </a:ext>
            </a:extLst>
          </p:cNvPr>
          <p:cNvSpPr>
            <a:spLocks noGrp="1" noChangeAspect="1"/>
          </p:cNvSpPr>
          <p:nvPr>
            <p:ph type="body" sz="quarter" idx="17" hasCustomPrompt="1"/>
          </p:nvPr>
        </p:nvSpPr>
        <p:spPr>
          <a:xfrm>
            <a:off x="4573023" y="1868350"/>
            <a:ext cx="180000" cy="180000"/>
          </a:xfrm>
          <a:prstGeom prst="rect">
            <a:avLst/>
          </a:prstGeom>
          <a:noFill/>
        </p:spPr>
        <p:txBody>
          <a:bodyPr anchor="ctr"/>
          <a:lstStyle>
            <a:lvl1pPr marL="0" indent="0" algn="ctr">
              <a:buNone/>
              <a:defRPr sz="1400" b="1">
                <a:solidFill>
                  <a:schemeClr val="bg1"/>
                </a:solidFill>
              </a:defRPr>
            </a:lvl1pPr>
          </a:lstStyle>
          <a:p>
            <a:pPr lvl="0"/>
            <a:r>
              <a:rPr lang="en-US"/>
              <a:t>3</a:t>
            </a:r>
          </a:p>
        </p:txBody>
      </p:sp>
      <p:sp>
        <p:nvSpPr>
          <p:cNvPr id="31" name="Picture Placeholder 18">
            <a:extLst>
              <a:ext uri="{FF2B5EF4-FFF2-40B4-BE49-F238E27FC236}">
                <a16:creationId xmlns:a16="http://schemas.microsoft.com/office/drawing/2014/main" id="{7ECB305B-9FD2-724B-BF56-EE0E0C8C2E25}"/>
              </a:ext>
            </a:extLst>
          </p:cNvPr>
          <p:cNvSpPr>
            <a:spLocks noGrp="1" noChangeAspect="1"/>
          </p:cNvSpPr>
          <p:nvPr>
            <p:ph type="pic" sz="quarter" idx="19" hasCustomPrompt="1"/>
          </p:nvPr>
        </p:nvSpPr>
        <p:spPr>
          <a:xfrm>
            <a:off x="4998944" y="2171683"/>
            <a:ext cx="450000" cy="450000"/>
          </a:xfrm>
          <a:prstGeom prst="rect">
            <a:avLst/>
          </a:prstGeom>
          <a:noFill/>
        </p:spPr>
        <p:txBody>
          <a:bodyPr anchor="ctr"/>
          <a:lstStyle>
            <a:lvl1pPr marL="0" indent="0" algn="ctr">
              <a:buNone/>
              <a:defRPr sz="700">
                <a:solidFill>
                  <a:schemeClr val="bg1"/>
                </a:solidFill>
              </a:defRPr>
            </a:lvl1pPr>
          </a:lstStyle>
          <a:p>
            <a:r>
              <a:rPr lang="en-US" err="1"/>
              <a:t>Clcik</a:t>
            </a:r>
            <a:r>
              <a:rPr lang="en-US"/>
              <a:t> to Add Icon Here</a:t>
            </a:r>
          </a:p>
        </p:txBody>
      </p:sp>
      <p:sp>
        <p:nvSpPr>
          <p:cNvPr id="32" name="Rectangle 31">
            <a:extLst>
              <a:ext uri="{FF2B5EF4-FFF2-40B4-BE49-F238E27FC236}">
                <a16:creationId xmlns:a16="http://schemas.microsoft.com/office/drawing/2014/main" id="{64A5155F-7FCB-5946-9D14-247A5840484B}"/>
              </a:ext>
            </a:extLst>
          </p:cNvPr>
          <p:cNvSpPr>
            <a:spLocks noChangeAspect="1"/>
          </p:cNvSpPr>
          <p:nvPr userDrawn="1"/>
        </p:nvSpPr>
        <p:spPr>
          <a:xfrm>
            <a:off x="6749104" y="2081683"/>
            <a:ext cx="630000" cy="630000"/>
          </a:xfrm>
          <a:prstGeom prst="rect">
            <a:avLst/>
          </a:prstGeom>
          <a:solidFill>
            <a:schemeClr val="bg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Placeholder 13">
            <a:extLst>
              <a:ext uri="{FF2B5EF4-FFF2-40B4-BE49-F238E27FC236}">
                <a16:creationId xmlns:a16="http://schemas.microsoft.com/office/drawing/2014/main" id="{22E4C375-272E-F844-B107-D7E4FC7A09FB}"/>
              </a:ext>
            </a:extLst>
          </p:cNvPr>
          <p:cNvSpPr>
            <a:spLocks noGrp="1" noChangeAspect="1"/>
          </p:cNvSpPr>
          <p:nvPr>
            <p:ph type="body" sz="quarter" idx="20" hasCustomPrompt="1"/>
          </p:nvPr>
        </p:nvSpPr>
        <p:spPr>
          <a:xfrm>
            <a:off x="6422327" y="1868350"/>
            <a:ext cx="180000" cy="180000"/>
          </a:xfrm>
          <a:prstGeom prst="rect">
            <a:avLst/>
          </a:prstGeom>
          <a:noFill/>
        </p:spPr>
        <p:txBody>
          <a:bodyPr anchor="ctr"/>
          <a:lstStyle>
            <a:lvl1pPr marL="0" indent="0" algn="ctr">
              <a:buNone/>
              <a:defRPr sz="1400" b="1">
                <a:solidFill>
                  <a:schemeClr val="bg1"/>
                </a:solidFill>
              </a:defRPr>
            </a:lvl1pPr>
          </a:lstStyle>
          <a:p>
            <a:pPr lvl="0"/>
            <a:r>
              <a:rPr lang="en-US"/>
              <a:t>4</a:t>
            </a:r>
          </a:p>
        </p:txBody>
      </p:sp>
      <p:sp>
        <p:nvSpPr>
          <p:cNvPr id="35" name="Picture Placeholder 18">
            <a:extLst>
              <a:ext uri="{FF2B5EF4-FFF2-40B4-BE49-F238E27FC236}">
                <a16:creationId xmlns:a16="http://schemas.microsoft.com/office/drawing/2014/main" id="{3616AFBF-8D11-5F43-AA37-C2322CE6F6E7}"/>
              </a:ext>
            </a:extLst>
          </p:cNvPr>
          <p:cNvSpPr>
            <a:spLocks noGrp="1" noChangeAspect="1"/>
          </p:cNvSpPr>
          <p:nvPr>
            <p:ph type="pic" sz="quarter" idx="22" hasCustomPrompt="1"/>
          </p:nvPr>
        </p:nvSpPr>
        <p:spPr>
          <a:xfrm>
            <a:off x="6839104" y="2171683"/>
            <a:ext cx="450000" cy="450000"/>
          </a:xfrm>
          <a:prstGeom prst="rect">
            <a:avLst/>
          </a:prstGeom>
          <a:noFill/>
        </p:spPr>
        <p:txBody>
          <a:bodyPr anchor="ctr"/>
          <a:lstStyle>
            <a:lvl1pPr marL="0" indent="0" algn="ctr">
              <a:buNone/>
              <a:defRPr sz="700">
                <a:solidFill>
                  <a:schemeClr val="bg1"/>
                </a:solidFill>
              </a:defRPr>
            </a:lvl1pPr>
          </a:lstStyle>
          <a:p>
            <a:r>
              <a:rPr lang="en-US" err="1"/>
              <a:t>Clcik</a:t>
            </a:r>
            <a:r>
              <a:rPr lang="en-US"/>
              <a:t> to Add Icon Here</a:t>
            </a:r>
          </a:p>
        </p:txBody>
      </p:sp>
      <p:sp>
        <p:nvSpPr>
          <p:cNvPr id="36" name="Rectangle 35">
            <a:extLst>
              <a:ext uri="{FF2B5EF4-FFF2-40B4-BE49-F238E27FC236}">
                <a16:creationId xmlns:a16="http://schemas.microsoft.com/office/drawing/2014/main" id="{7F72F97E-DF26-E747-B92B-83EE807795CF}"/>
              </a:ext>
            </a:extLst>
          </p:cNvPr>
          <p:cNvSpPr>
            <a:spLocks noChangeAspect="1"/>
          </p:cNvSpPr>
          <p:nvPr userDrawn="1"/>
        </p:nvSpPr>
        <p:spPr>
          <a:xfrm>
            <a:off x="8614784" y="2081683"/>
            <a:ext cx="630000" cy="630000"/>
          </a:xfrm>
          <a:prstGeom prst="rect">
            <a:avLst/>
          </a:prstGeom>
          <a:solidFill>
            <a:schemeClr val="bg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Placeholder 13">
            <a:extLst>
              <a:ext uri="{FF2B5EF4-FFF2-40B4-BE49-F238E27FC236}">
                <a16:creationId xmlns:a16="http://schemas.microsoft.com/office/drawing/2014/main" id="{258B3AFA-5607-724B-846D-A42739230AEF}"/>
              </a:ext>
            </a:extLst>
          </p:cNvPr>
          <p:cNvSpPr>
            <a:spLocks noGrp="1" noChangeAspect="1"/>
          </p:cNvSpPr>
          <p:nvPr>
            <p:ph type="body" sz="quarter" idx="23" hasCustomPrompt="1"/>
          </p:nvPr>
        </p:nvSpPr>
        <p:spPr>
          <a:xfrm>
            <a:off x="8288007" y="1864724"/>
            <a:ext cx="180000" cy="180000"/>
          </a:xfrm>
          <a:prstGeom prst="rect">
            <a:avLst/>
          </a:prstGeom>
          <a:noFill/>
        </p:spPr>
        <p:txBody>
          <a:bodyPr anchor="ctr"/>
          <a:lstStyle>
            <a:lvl1pPr marL="0" indent="0" algn="ctr">
              <a:buNone/>
              <a:defRPr sz="1400" b="1">
                <a:solidFill>
                  <a:schemeClr val="bg1"/>
                </a:solidFill>
              </a:defRPr>
            </a:lvl1pPr>
          </a:lstStyle>
          <a:p>
            <a:pPr lvl="0"/>
            <a:r>
              <a:rPr lang="en-US"/>
              <a:t>5</a:t>
            </a:r>
          </a:p>
        </p:txBody>
      </p:sp>
      <p:sp>
        <p:nvSpPr>
          <p:cNvPr id="39" name="Picture Placeholder 18">
            <a:extLst>
              <a:ext uri="{FF2B5EF4-FFF2-40B4-BE49-F238E27FC236}">
                <a16:creationId xmlns:a16="http://schemas.microsoft.com/office/drawing/2014/main" id="{3A9BCF7D-6F85-DB40-B41B-D18C0E26D4FE}"/>
              </a:ext>
            </a:extLst>
          </p:cNvPr>
          <p:cNvSpPr>
            <a:spLocks noGrp="1" noChangeAspect="1"/>
          </p:cNvSpPr>
          <p:nvPr>
            <p:ph type="pic" sz="quarter" idx="25" hasCustomPrompt="1"/>
          </p:nvPr>
        </p:nvSpPr>
        <p:spPr>
          <a:xfrm>
            <a:off x="8704784" y="2171683"/>
            <a:ext cx="450000" cy="450000"/>
          </a:xfrm>
          <a:prstGeom prst="rect">
            <a:avLst/>
          </a:prstGeom>
          <a:noFill/>
        </p:spPr>
        <p:txBody>
          <a:bodyPr anchor="ctr"/>
          <a:lstStyle>
            <a:lvl1pPr marL="0" indent="0" algn="ctr">
              <a:buNone/>
              <a:defRPr sz="700">
                <a:solidFill>
                  <a:schemeClr val="bg1"/>
                </a:solidFill>
              </a:defRPr>
            </a:lvl1pPr>
          </a:lstStyle>
          <a:p>
            <a:r>
              <a:rPr lang="en-US" err="1"/>
              <a:t>Clcik</a:t>
            </a:r>
            <a:r>
              <a:rPr lang="en-US"/>
              <a:t> to Add Icon Here</a:t>
            </a:r>
          </a:p>
        </p:txBody>
      </p:sp>
      <p:sp>
        <p:nvSpPr>
          <p:cNvPr id="40" name="Rectangle 39">
            <a:extLst>
              <a:ext uri="{FF2B5EF4-FFF2-40B4-BE49-F238E27FC236}">
                <a16:creationId xmlns:a16="http://schemas.microsoft.com/office/drawing/2014/main" id="{C8343295-8DEF-1341-B8E5-B703E8940930}"/>
              </a:ext>
            </a:extLst>
          </p:cNvPr>
          <p:cNvSpPr>
            <a:spLocks noChangeAspect="1"/>
          </p:cNvSpPr>
          <p:nvPr userDrawn="1"/>
        </p:nvSpPr>
        <p:spPr>
          <a:xfrm>
            <a:off x="10490764" y="2081683"/>
            <a:ext cx="630000" cy="630000"/>
          </a:xfrm>
          <a:prstGeom prst="rect">
            <a:avLst/>
          </a:prstGeom>
          <a:solidFill>
            <a:schemeClr val="bg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 Placeholder 13">
            <a:extLst>
              <a:ext uri="{FF2B5EF4-FFF2-40B4-BE49-F238E27FC236}">
                <a16:creationId xmlns:a16="http://schemas.microsoft.com/office/drawing/2014/main" id="{BE24B1CB-E42E-2F48-BEC2-FCFBD6681294}"/>
              </a:ext>
            </a:extLst>
          </p:cNvPr>
          <p:cNvSpPr>
            <a:spLocks noGrp="1" noChangeAspect="1"/>
          </p:cNvSpPr>
          <p:nvPr>
            <p:ph type="body" sz="quarter" idx="26" hasCustomPrompt="1"/>
          </p:nvPr>
        </p:nvSpPr>
        <p:spPr>
          <a:xfrm>
            <a:off x="10145699" y="1864724"/>
            <a:ext cx="180000" cy="180000"/>
          </a:xfrm>
          <a:prstGeom prst="rect">
            <a:avLst/>
          </a:prstGeom>
          <a:noFill/>
        </p:spPr>
        <p:txBody>
          <a:bodyPr anchor="ctr"/>
          <a:lstStyle>
            <a:lvl1pPr marL="0" indent="0" algn="ctr">
              <a:buNone/>
              <a:defRPr sz="1400" b="1">
                <a:solidFill>
                  <a:schemeClr val="bg1"/>
                </a:solidFill>
              </a:defRPr>
            </a:lvl1pPr>
          </a:lstStyle>
          <a:p>
            <a:pPr lvl="0"/>
            <a:r>
              <a:rPr lang="en-US"/>
              <a:t>6</a:t>
            </a:r>
          </a:p>
        </p:txBody>
      </p:sp>
      <p:sp>
        <p:nvSpPr>
          <p:cNvPr id="43" name="Picture Placeholder 18">
            <a:extLst>
              <a:ext uri="{FF2B5EF4-FFF2-40B4-BE49-F238E27FC236}">
                <a16:creationId xmlns:a16="http://schemas.microsoft.com/office/drawing/2014/main" id="{494FB6D9-55E0-444E-BFD5-E90892913B2C}"/>
              </a:ext>
            </a:extLst>
          </p:cNvPr>
          <p:cNvSpPr>
            <a:spLocks noGrp="1" noChangeAspect="1"/>
          </p:cNvSpPr>
          <p:nvPr>
            <p:ph type="pic" sz="quarter" idx="28" hasCustomPrompt="1"/>
          </p:nvPr>
        </p:nvSpPr>
        <p:spPr>
          <a:xfrm>
            <a:off x="10580764" y="2171683"/>
            <a:ext cx="450000" cy="450000"/>
          </a:xfrm>
          <a:prstGeom prst="rect">
            <a:avLst/>
          </a:prstGeom>
          <a:noFill/>
        </p:spPr>
        <p:txBody>
          <a:bodyPr anchor="ctr"/>
          <a:lstStyle>
            <a:lvl1pPr marL="0" indent="0" algn="ctr">
              <a:buNone/>
              <a:defRPr sz="700">
                <a:solidFill>
                  <a:schemeClr val="bg1"/>
                </a:solidFill>
              </a:defRPr>
            </a:lvl1pPr>
          </a:lstStyle>
          <a:p>
            <a:r>
              <a:rPr lang="en-US" err="1"/>
              <a:t>Clcik</a:t>
            </a:r>
            <a:r>
              <a:rPr lang="en-US"/>
              <a:t> to Add Icon Here</a:t>
            </a:r>
          </a:p>
        </p:txBody>
      </p:sp>
      <p:sp>
        <p:nvSpPr>
          <p:cNvPr id="5" name="Text Placeholder 4">
            <a:extLst>
              <a:ext uri="{FF2B5EF4-FFF2-40B4-BE49-F238E27FC236}">
                <a16:creationId xmlns:a16="http://schemas.microsoft.com/office/drawing/2014/main" id="{04B0C21D-7D47-B541-B577-D976547754F2}"/>
              </a:ext>
            </a:extLst>
          </p:cNvPr>
          <p:cNvSpPr>
            <a:spLocks noGrp="1"/>
          </p:cNvSpPr>
          <p:nvPr>
            <p:ph type="body" sz="quarter" idx="29"/>
          </p:nvPr>
        </p:nvSpPr>
        <p:spPr>
          <a:xfrm>
            <a:off x="6430943" y="3688326"/>
            <a:ext cx="5022000" cy="1983425"/>
          </a:xfrm>
          <a:prstGeom prst="rect">
            <a:avLst/>
          </a:prstGeom>
        </p:spPr>
        <p:txBody>
          <a:bodyPr/>
          <a:lstStyle>
            <a:lvl1pPr marL="171450" indent="-171450">
              <a:lnSpc>
                <a:spcPct val="150000"/>
              </a:lnSpc>
              <a:buFont typeface="Arial" panose="020B0604020202020204" pitchFamily="34" charset="0"/>
              <a:buChar char="•"/>
              <a:defRPr sz="1800"/>
            </a:lvl1pPr>
            <a:lvl2pPr>
              <a:defRPr sz="1000"/>
            </a:lvl2pPr>
            <a:lvl3pPr>
              <a:defRPr sz="1000"/>
            </a:lvl3pPr>
            <a:lvl4pPr>
              <a:defRPr sz="1000"/>
            </a:lvl4pPr>
            <a:lvl5pPr>
              <a:defRPr sz="1000"/>
            </a:lvl5pPr>
          </a:lstStyle>
          <a:p>
            <a:pPr lvl="0"/>
            <a:r>
              <a:rPr lang="en-US"/>
              <a:t>Edit Master text styles</a:t>
            </a:r>
          </a:p>
        </p:txBody>
      </p:sp>
      <p:sp>
        <p:nvSpPr>
          <p:cNvPr id="7" name="Text Placeholder 6">
            <a:extLst>
              <a:ext uri="{FF2B5EF4-FFF2-40B4-BE49-F238E27FC236}">
                <a16:creationId xmlns:a16="http://schemas.microsoft.com/office/drawing/2014/main" id="{CAE5CAC4-F0DD-1B41-BCC7-9D557BB11871}"/>
              </a:ext>
            </a:extLst>
          </p:cNvPr>
          <p:cNvSpPr>
            <a:spLocks noGrp="1"/>
          </p:cNvSpPr>
          <p:nvPr>
            <p:ph type="body" sz="quarter" idx="30"/>
          </p:nvPr>
        </p:nvSpPr>
        <p:spPr>
          <a:xfrm>
            <a:off x="838800" y="3688881"/>
            <a:ext cx="5020652" cy="1982944"/>
          </a:xfrm>
          <a:prstGeom prst="rect">
            <a:avLst/>
          </a:prstGeom>
        </p:spPr>
        <p:txBody>
          <a:bodyPr/>
          <a:lstStyle>
            <a:lvl1pPr>
              <a:lnSpc>
                <a:spcPct val="150000"/>
              </a:lnSpc>
              <a:defRPr sz="1800"/>
            </a:lvl1pPr>
            <a:lvl2pPr marL="457200" indent="0">
              <a:buNone/>
              <a:defRPr/>
            </a:lvl2pPr>
          </a:lstStyle>
          <a:p>
            <a:pPr lvl="0"/>
            <a:r>
              <a:rPr lang="en-US"/>
              <a:t>Edit Master text styles</a:t>
            </a:r>
          </a:p>
        </p:txBody>
      </p:sp>
      <p:sp>
        <p:nvSpPr>
          <p:cNvPr id="9" name="Text Placeholder 8">
            <a:extLst>
              <a:ext uri="{FF2B5EF4-FFF2-40B4-BE49-F238E27FC236}">
                <a16:creationId xmlns:a16="http://schemas.microsoft.com/office/drawing/2014/main" id="{10727C35-324C-B44D-A8F2-C2120B88C2CF}"/>
              </a:ext>
            </a:extLst>
          </p:cNvPr>
          <p:cNvSpPr>
            <a:spLocks noGrp="1"/>
          </p:cNvSpPr>
          <p:nvPr>
            <p:ph type="body" sz="quarter" idx="31" hasCustomPrompt="1"/>
          </p:nvPr>
        </p:nvSpPr>
        <p:spPr>
          <a:xfrm>
            <a:off x="838200" y="1392347"/>
            <a:ext cx="10515600" cy="235563"/>
          </a:xfrm>
          <a:prstGeom prst="rect">
            <a:avLst/>
          </a:prstGeom>
        </p:spPr>
        <p:txBody>
          <a:bodyPr/>
          <a:lstStyle>
            <a:lvl1pPr marL="0" indent="0" algn="ctr">
              <a:buNone/>
              <a:defRPr sz="1200">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en-US"/>
              <a:t>Edit Master Subtitle text styles</a:t>
            </a:r>
          </a:p>
        </p:txBody>
      </p:sp>
      <p:sp>
        <p:nvSpPr>
          <p:cNvPr id="44" name="Title Placeholder 1">
            <a:extLst>
              <a:ext uri="{FF2B5EF4-FFF2-40B4-BE49-F238E27FC236}">
                <a16:creationId xmlns:a16="http://schemas.microsoft.com/office/drawing/2014/main" id="{607BF8BD-7CF1-5843-9CA8-E7E9F1A0F0D3}"/>
              </a:ext>
            </a:extLst>
          </p:cNvPr>
          <p:cNvSpPr>
            <a:spLocks noGrp="1"/>
          </p:cNvSpPr>
          <p:nvPr>
            <p:ph type="title" hasCustomPrompt="1"/>
          </p:nvPr>
        </p:nvSpPr>
        <p:spPr>
          <a:xfrm>
            <a:off x="838200" y="407347"/>
            <a:ext cx="10515600" cy="937579"/>
          </a:xfrm>
          <a:prstGeom prst="rect">
            <a:avLst/>
          </a:prstGeom>
        </p:spPr>
        <p:txBody>
          <a:bodyPr vert="horz" lIns="91440" tIns="45720" rIns="91440" bIns="45720" rtlCol="0" anchor="ctr">
            <a:normAutofit/>
          </a:bodyPr>
          <a:lstStyle>
            <a:lvl1pPr>
              <a:defRPr b="1" i="0">
                <a:latin typeface="Franklin Gothic Demi" panose="020B0603020102020204" pitchFamily="34" charset="0"/>
              </a:defRPr>
            </a:lvl1pPr>
          </a:lstStyle>
          <a:p>
            <a:r>
              <a:rPr lang="en-US"/>
              <a:t>Click To Edit Master Title Style</a:t>
            </a:r>
          </a:p>
        </p:txBody>
      </p:sp>
      <p:sp>
        <p:nvSpPr>
          <p:cNvPr id="4" name="Text Placeholder 3">
            <a:extLst>
              <a:ext uri="{FF2B5EF4-FFF2-40B4-BE49-F238E27FC236}">
                <a16:creationId xmlns:a16="http://schemas.microsoft.com/office/drawing/2014/main" id="{B15C590A-0079-1F45-ACBF-EF52ACCE4FA8}"/>
              </a:ext>
            </a:extLst>
          </p:cNvPr>
          <p:cNvSpPr>
            <a:spLocks noGrp="1"/>
          </p:cNvSpPr>
          <p:nvPr>
            <p:ph type="body" sz="quarter" idx="33" hasCustomPrompt="1"/>
          </p:nvPr>
        </p:nvSpPr>
        <p:spPr>
          <a:xfrm>
            <a:off x="709916" y="5799971"/>
            <a:ext cx="8816787" cy="573333"/>
          </a:xfrm>
          <a:prstGeom prst="rect">
            <a:avLst/>
          </a:prstGeom>
        </p:spPr>
        <p:txBody>
          <a:bodyPr/>
          <a:lstStyle>
            <a:lvl1pPr marL="0" indent="0">
              <a:buNone/>
              <a:defRPr sz="1800" b="1">
                <a:solidFill>
                  <a:schemeClr val="tx2"/>
                </a:solidFill>
              </a:defRPr>
            </a:lvl1pPr>
          </a:lstStyle>
          <a:p>
            <a:pPr defTabSz="457200" eaLnBrk="0" fontAlgn="base" hangingPunct="0">
              <a:spcBef>
                <a:spcPct val="0"/>
              </a:spcBef>
              <a:spcAft>
                <a:spcPct val="0"/>
              </a:spcAft>
              <a:defRPr/>
            </a:pPr>
            <a:r>
              <a:rPr lang="en-US" i="1"/>
              <a:t>Red Title Text</a:t>
            </a:r>
          </a:p>
        </p:txBody>
      </p:sp>
      <p:sp>
        <p:nvSpPr>
          <p:cNvPr id="46" name="Text Placeholder 15">
            <a:extLst>
              <a:ext uri="{FF2B5EF4-FFF2-40B4-BE49-F238E27FC236}">
                <a16:creationId xmlns:a16="http://schemas.microsoft.com/office/drawing/2014/main" id="{81C302B3-5B58-EC43-B735-E2B2D6B59515}"/>
              </a:ext>
            </a:extLst>
          </p:cNvPr>
          <p:cNvSpPr>
            <a:spLocks noGrp="1"/>
          </p:cNvSpPr>
          <p:nvPr>
            <p:ph type="body" sz="quarter" idx="34" hasCustomPrompt="1"/>
          </p:nvPr>
        </p:nvSpPr>
        <p:spPr>
          <a:xfrm>
            <a:off x="2688240" y="2878283"/>
            <a:ext cx="1410888" cy="252444"/>
          </a:xfrm>
          <a:prstGeom prst="rect">
            <a:avLst/>
          </a:prstGeom>
        </p:spPr>
        <p:txBody>
          <a:bodyPr lIns="0" rIns="0"/>
          <a:lstStyle>
            <a:lvl1pPr marL="0" indent="0" algn="ctr">
              <a:buNone/>
              <a:defRPr sz="1000">
                <a:solidFill>
                  <a:schemeClr val="bg1"/>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r>
              <a:rPr lang="en-US"/>
              <a:t>Click Above to Add Icon</a:t>
            </a:r>
          </a:p>
        </p:txBody>
      </p:sp>
      <p:sp>
        <p:nvSpPr>
          <p:cNvPr id="47" name="Text Placeholder 15">
            <a:extLst>
              <a:ext uri="{FF2B5EF4-FFF2-40B4-BE49-F238E27FC236}">
                <a16:creationId xmlns:a16="http://schemas.microsoft.com/office/drawing/2014/main" id="{21A7130B-1ABA-614D-8AD4-D564FF1F8098}"/>
              </a:ext>
            </a:extLst>
          </p:cNvPr>
          <p:cNvSpPr>
            <a:spLocks noGrp="1"/>
          </p:cNvSpPr>
          <p:nvPr>
            <p:ph type="body" sz="quarter" idx="35" hasCustomPrompt="1"/>
          </p:nvPr>
        </p:nvSpPr>
        <p:spPr>
          <a:xfrm>
            <a:off x="4518500" y="2878283"/>
            <a:ext cx="1410888" cy="252444"/>
          </a:xfrm>
          <a:prstGeom prst="rect">
            <a:avLst/>
          </a:prstGeom>
        </p:spPr>
        <p:txBody>
          <a:bodyPr lIns="0" rIns="0"/>
          <a:lstStyle>
            <a:lvl1pPr marL="0" indent="0" algn="ctr">
              <a:buNone/>
              <a:defRPr sz="1000">
                <a:solidFill>
                  <a:schemeClr val="bg1"/>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r>
              <a:rPr lang="en-US"/>
              <a:t>Click Above to Add Icon</a:t>
            </a:r>
          </a:p>
        </p:txBody>
      </p:sp>
      <p:sp>
        <p:nvSpPr>
          <p:cNvPr id="48" name="Text Placeholder 15">
            <a:extLst>
              <a:ext uri="{FF2B5EF4-FFF2-40B4-BE49-F238E27FC236}">
                <a16:creationId xmlns:a16="http://schemas.microsoft.com/office/drawing/2014/main" id="{F03A0DA6-46BF-D644-9C3B-09E5A3F09590}"/>
              </a:ext>
            </a:extLst>
          </p:cNvPr>
          <p:cNvSpPr>
            <a:spLocks noGrp="1"/>
          </p:cNvSpPr>
          <p:nvPr>
            <p:ph type="body" sz="quarter" idx="36" hasCustomPrompt="1"/>
          </p:nvPr>
        </p:nvSpPr>
        <p:spPr>
          <a:xfrm>
            <a:off x="6358660" y="2878283"/>
            <a:ext cx="1410888" cy="252444"/>
          </a:xfrm>
          <a:prstGeom prst="rect">
            <a:avLst/>
          </a:prstGeom>
        </p:spPr>
        <p:txBody>
          <a:bodyPr lIns="0" rIns="0"/>
          <a:lstStyle>
            <a:lvl1pPr marL="0" indent="0" algn="ctr">
              <a:buNone/>
              <a:defRPr sz="1000">
                <a:solidFill>
                  <a:schemeClr val="bg1"/>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r>
              <a:rPr lang="en-US"/>
              <a:t>Click Above to Add Icon</a:t>
            </a:r>
          </a:p>
        </p:txBody>
      </p:sp>
      <p:sp>
        <p:nvSpPr>
          <p:cNvPr id="49" name="Text Placeholder 15">
            <a:extLst>
              <a:ext uri="{FF2B5EF4-FFF2-40B4-BE49-F238E27FC236}">
                <a16:creationId xmlns:a16="http://schemas.microsoft.com/office/drawing/2014/main" id="{01625354-F8DB-334D-926D-B8D5ABCCE779}"/>
              </a:ext>
            </a:extLst>
          </p:cNvPr>
          <p:cNvSpPr>
            <a:spLocks noGrp="1"/>
          </p:cNvSpPr>
          <p:nvPr>
            <p:ph type="body" sz="quarter" idx="37" hasCustomPrompt="1"/>
          </p:nvPr>
        </p:nvSpPr>
        <p:spPr>
          <a:xfrm>
            <a:off x="8224340" y="2878283"/>
            <a:ext cx="1410888" cy="252444"/>
          </a:xfrm>
          <a:prstGeom prst="rect">
            <a:avLst/>
          </a:prstGeom>
        </p:spPr>
        <p:txBody>
          <a:bodyPr lIns="0" rIns="0"/>
          <a:lstStyle>
            <a:lvl1pPr marL="0" indent="0" algn="ctr">
              <a:buNone/>
              <a:defRPr sz="1000">
                <a:solidFill>
                  <a:schemeClr val="bg1"/>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r>
              <a:rPr lang="en-US"/>
              <a:t>Click Above to Add Icon</a:t>
            </a:r>
          </a:p>
        </p:txBody>
      </p:sp>
      <p:sp>
        <p:nvSpPr>
          <p:cNvPr id="50" name="Text Placeholder 15">
            <a:extLst>
              <a:ext uri="{FF2B5EF4-FFF2-40B4-BE49-F238E27FC236}">
                <a16:creationId xmlns:a16="http://schemas.microsoft.com/office/drawing/2014/main" id="{BD6D79EC-4CB8-264D-961B-B92A6D1435AB}"/>
              </a:ext>
            </a:extLst>
          </p:cNvPr>
          <p:cNvSpPr>
            <a:spLocks noGrp="1"/>
          </p:cNvSpPr>
          <p:nvPr>
            <p:ph type="body" sz="quarter" idx="38" hasCustomPrompt="1"/>
          </p:nvPr>
        </p:nvSpPr>
        <p:spPr>
          <a:xfrm>
            <a:off x="10100320" y="2878283"/>
            <a:ext cx="1410888" cy="252444"/>
          </a:xfrm>
          <a:prstGeom prst="rect">
            <a:avLst/>
          </a:prstGeom>
        </p:spPr>
        <p:txBody>
          <a:bodyPr lIns="0" rIns="0"/>
          <a:lstStyle>
            <a:lvl1pPr marL="0" indent="0" algn="ctr">
              <a:buNone/>
              <a:defRPr sz="1000">
                <a:solidFill>
                  <a:schemeClr val="bg1"/>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r>
              <a:rPr lang="en-US"/>
              <a:t>Click Above to Add Icon</a:t>
            </a:r>
          </a:p>
        </p:txBody>
      </p:sp>
    </p:spTree>
    <p:extLst>
      <p:ext uri="{BB962C8B-B14F-4D97-AF65-F5344CB8AC3E}">
        <p14:creationId xmlns:p14="http://schemas.microsoft.com/office/powerpoint/2010/main" val="3685191884"/>
      </p:ext>
    </p:extLst>
  </p:cSld>
  <p:clrMapOvr>
    <a:masterClrMapping/>
  </p:clrMapOvr>
  <p:hf sldNum="0" hdr="0" ftr="0" dt="0"/>
  <p:extLst>
    <p:ext uri="{DCECCB84-F9BA-43D5-87BE-67443E8EF086}">
      <p15:sldGuideLst xmlns:p15="http://schemas.microsoft.com/office/powerpoint/2012/main">
        <p15:guide id="1" pos="529"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hone">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82D2ECB7-E1C0-D540-97CA-4F200B06B775}"/>
              </a:ext>
            </a:extLst>
          </p:cNvPr>
          <p:cNvPicPr>
            <a:picLocks noChangeAspect="1"/>
          </p:cNvPicPr>
          <p:nvPr userDrawn="1"/>
        </p:nvPicPr>
        <p:blipFill>
          <a:blip r:embed="rId2"/>
          <a:stretch>
            <a:fillRect/>
          </a:stretch>
        </p:blipFill>
        <p:spPr>
          <a:xfrm>
            <a:off x="5005335" y="568333"/>
            <a:ext cx="2924303" cy="5381962"/>
          </a:xfrm>
          <a:prstGeom prst="rect">
            <a:avLst/>
          </a:prstGeom>
        </p:spPr>
      </p:pic>
      <p:pic>
        <p:nvPicPr>
          <p:cNvPr id="18" name="Picture Placeholder 19">
            <a:extLst>
              <a:ext uri="{FF2B5EF4-FFF2-40B4-BE49-F238E27FC236}">
                <a16:creationId xmlns:a16="http://schemas.microsoft.com/office/drawing/2014/main" id="{5D97C4FE-E009-B84F-BDAE-4D0EC04DC48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62984" y="1361561"/>
            <a:ext cx="2200694" cy="3861710"/>
          </a:xfrm>
          <a:prstGeom prst="rect">
            <a:avLst/>
          </a:prstGeom>
        </p:spPr>
      </p:pic>
      <p:sp>
        <p:nvSpPr>
          <p:cNvPr id="2" name="Title 1">
            <a:extLst>
              <a:ext uri="{FF2B5EF4-FFF2-40B4-BE49-F238E27FC236}">
                <a16:creationId xmlns:a16="http://schemas.microsoft.com/office/drawing/2014/main" id="{D80B0FBC-E815-8943-8BF0-9DFA8B576F4B}"/>
              </a:ext>
            </a:extLst>
          </p:cNvPr>
          <p:cNvSpPr>
            <a:spLocks noGrp="1"/>
          </p:cNvSpPr>
          <p:nvPr>
            <p:ph type="ctrTitle" hasCustomPrompt="1"/>
          </p:nvPr>
        </p:nvSpPr>
        <p:spPr>
          <a:xfrm>
            <a:off x="838799" y="741600"/>
            <a:ext cx="2939199" cy="855380"/>
          </a:xfrm>
          <a:prstGeom prst="rect">
            <a:avLst/>
          </a:prstGeom>
        </p:spPr>
        <p:txBody>
          <a:bodyPr lIns="0" tIns="0" rIns="0" bIns="0" anchor="t" anchorCtr="0"/>
          <a:lstStyle>
            <a:lvl1pPr algn="l">
              <a:defRPr sz="3200" b="1" i="0">
                <a:solidFill>
                  <a:schemeClr val="bg1"/>
                </a:solidFill>
                <a:latin typeface="Franklin Gothic Demi" panose="020B0603020102020204" pitchFamily="34" charset="0"/>
              </a:defRPr>
            </a:lvl1pPr>
          </a:lstStyle>
          <a:p>
            <a:r>
              <a:rPr lang="en-US"/>
              <a:t>Click to edit Heading text</a:t>
            </a:r>
          </a:p>
        </p:txBody>
      </p:sp>
      <p:sp>
        <p:nvSpPr>
          <p:cNvPr id="8" name="Text Placeholder 7">
            <a:extLst>
              <a:ext uri="{FF2B5EF4-FFF2-40B4-BE49-F238E27FC236}">
                <a16:creationId xmlns:a16="http://schemas.microsoft.com/office/drawing/2014/main" id="{CDCF2A38-C0A0-4F4C-BD48-BC6E3F839C2B}"/>
              </a:ext>
            </a:extLst>
          </p:cNvPr>
          <p:cNvSpPr>
            <a:spLocks noGrp="1"/>
          </p:cNvSpPr>
          <p:nvPr>
            <p:ph type="body" sz="quarter" idx="10" hasCustomPrompt="1"/>
          </p:nvPr>
        </p:nvSpPr>
        <p:spPr>
          <a:xfrm>
            <a:off x="838201" y="1800000"/>
            <a:ext cx="3526446" cy="4166663"/>
          </a:xfrm>
          <a:prstGeom prst="rect">
            <a:avLst/>
          </a:prstGeom>
        </p:spPr>
        <p:txBody>
          <a:bodyPr lIns="0" tIns="0" rIns="0" bIns="0"/>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800">
                <a:solidFill>
                  <a:schemeClr val="bg1"/>
                </a:solidFill>
              </a:defRPr>
            </a:lvl1pPr>
          </a:lstStyle>
          <a:p>
            <a:pPr lvl="0"/>
            <a:r>
              <a:rPr lang="en-US"/>
              <a:t>Edit Master text styles Lorem ipsum dolor sit amet, </a:t>
            </a:r>
            <a:r>
              <a:rPr lang="en-US" err="1"/>
              <a:t>consec</a:t>
            </a:r>
            <a:r>
              <a:rPr lang="en-US"/>
              <a:t> </a:t>
            </a:r>
            <a:r>
              <a:rPr lang="en-US" err="1"/>
              <a:t>tetuer</a:t>
            </a:r>
            <a:r>
              <a:rPr lang="en-US"/>
              <a:t> adipiscing elit. Maecenas porttitor congue massa. Fusce posuere, magna sed pulvinar ultricies, purus lectus malesuada libero, sit </a:t>
            </a:r>
            <a:r>
              <a:rPr lang="en-US" err="1"/>
              <a:t>amet</a:t>
            </a:r>
            <a:r>
              <a:rPr lang="en-US"/>
              <a:t> </a:t>
            </a:r>
            <a:r>
              <a:rPr lang="en-US" err="1"/>
              <a:t>eros</a:t>
            </a:r>
            <a:r>
              <a:rPr lang="en-US"/>
              <a:t> quis </a:t>
            </a:r>
            <a:r>
              <a:rPr lang="en-US" err="1"/>
              <a:t>urna</a:t>
            </a:r>
            <a:r>
              <a:rPr lang="en-US"/>
              <a:t>. Nunc viverra imperdiet enim. Fusce est. Vivamus a </a:t>
            </a:r>
            <a:r>
              <a:rPr lang="en-US" err="1"/>
              <a:t>tellus</a:t>
            </a:r>
            <a:r>
              <a:rPr lang="en-US"/>
              <a:t>.</a:t>
            </a:r>
          </a:p>
        </p:txBody>
      </p:sp>
      <p:sp>
        <p:nvSpPr>
          <p:cNvPr id="20" name="Picture Placeholder 18">
            <a:extLst>
              <a:ext uri="{FF2B5EF4-FFF2-40B4-BE49-F238E27FC236}">
                <a16:creationId xmlns:a16="http://schemas.microsoft.com/office/drawing/2014/main" id="{9538BE78-7B97-C04C-9F0F-099E1AA25ACD}"/>
              </a:ext>
            </a:extLst>
          </p:cNvPr>
          <p:cNvSpPr>
            <a:spLocks noGrp="1" noChangeAspect="1"/>
          </p:cNvSpPr>
          <p:nvPr>
            <p:ph type="pic" sz="quarter" idx="13" hasCustomPrompt="1"/>
          </p:nvPr>
        </p:nvSpPr>
        <p:spPr>
          <a:xfrm>
            <a:off x="8666400" y="874876"/>
            <a:ext cx="432000" cy="432000"/>
          </a:xfrm>
          <a:prstGeom prst="rect">
            <a:avLst/>
          </a:prstGeom>
          <a:noFill/>
        </p:spPr>
        <p:txBody>
          <a:bodyPr lIns="0" tIns="0" rIns="0" bIns="0" anchor="ctr"/>
          <a:lstStyle>
            <a:lvl1pPr marL="0" indent="0" algn="ctr">
              <a:buNone/>
              <a:defRPr sz="600">
                <a:solidFill>
                  <a:schemeClr val="bg1"/>
                </a:solidFill>
              </a:defRPr>
            </a:lvl1pPr>
          </a:lstStyle>
          <a:p>
            <a:r>
              <a:rPr lang="en-US" err="1"/>
              <a:t>Clcik</a:t>
            </a:r>
            <a:r>
              <a:rPr lang="en-US"/>
              <a:t> to Add Icon Here</a:t>
            </a:r>
          </a:p>
        </p:txBody>
      </p:sp>
      <p:sp>
        <p:nvSpPr>
          <p:cNvPr id="50" name="Picture Placeholder 18">
            <a:extLst>
              <a:ext uri="{FF2B5EF4-FFF2-40B4-BE49-F238E27FC236}">
                <a16:creationId xmlns:a16="http://schemas.microsoft.com/office/drawing/2014/main" id="{DF0844D7-4326-974C-BDB7-4EE6EC83C7D7}"/>
              </a:ext>
            </a:extLst>
          </p:cNvPr>
          <p:cNvSpPr>
            <a:spLocks noGrp="1" noChangeAspect="1"/>
          </p:cNvSpPr>
          <p:nvPr>
            <p:ph type="pic" sz="quarter" idx="21" hasCustomPrompt="1"/>
          </p:nvPr>
        </p:nvSpPr>
        <p:spPr>
          <a:xfrm>
            <a:off x="8646945" y="2265926"/>
            <a:ext cx="432000" cy="432000"/>
          </a:xfrm>
          <a:prstGeom prst="rect">
            <a:avLst/>
          </a:prstGeom>
          <a:noFill/>
        </p:spPr>
        <p:txBody>
          <a:bodyPr lIns="0" tIns="0" rIns="0" bIns="0" anchor="ctr"/>
          <a:lstStyle>
            <a:lvl1pPr marL="0" indent="0" algn="ctr">
              <a:buNone/>
              <a:defRPr sz="600">
                <a:solidFill>
                  <a:schemeClr val="bg1"/>
                </a:solidFill>
              </a:defRPr>
            </a:lvl1pPr>
          </a:lstStyle>
          <a:p>
            <a:r>
              <a:rPr lang="en-US" err="1"/>
              <a:t>Clcik</a:t>
            </a:r>
            <a:r>
              <a:rPr lang="en-US"/>
              <a:t> to Add Icon Here</a:t>
            </a:r>
          </a:p>
        </p:txBody>
      </p:sp>
      <p:sp>
        <p:nvSpPr>
          <p:cNvPr id="54" name="Picture Placeholder 18">
            <a:extLst>
              <a:ext uri="{FF2B5EF4-FFF2-40B4-BE49-F238E27FC236}">
                <a16:creationId xmlns:a16="http://schemas.microsoft.com/office/drawing/2014/main" id="{2820E8BA-CC73-4A45-9DF6-6DE5EFE57282}"/>
              </a:ext>
            </a:extLst>
          </p:cNvPr>
          <p:cNvSpPr>
            <a:spLocks noGrp="1" noChangeAspect="1"/>
          </p:cNvSpPr>
          <p:nvPr>
            <p:ph type="pic" sz="quarter" idx="24" hasCustomPrompt="1"/>
          </p:nvPr>
        </p:nvSpPr>
        <p:spPr>
          <a:xfrm>
            <a:off x="8666400" y="3666704"/>
            <a:ext cx="432000" cy="432000"/>
          </a:xfrm>
          <a:prstGeom prst="rect">
            <a:avLst/>
          </a:prstGeom>
          <a:noFill/>
        </p:spPr>
        <p:txBody>
          <a:bodyPr lIns="0" tIns="0" rIns="0" bIns="0" anchor="ctr"/>
          <a:lstStyle>
            <a:lvl1pPr marL="0" indent="0" algn="ctr">
              <a:buNone/>
              <a:defRPr sz="600">
                <a:solidFill>
                  <a:schemeClr val="bg1"/>
                </a:solidFill>
              </a:defRPr>
            </a:lvl1pPr>
          </a:lstStyle>
          <a:p>
            <a:r>
              <a:rPr lang="en-US" err="1"/>
              <a:t>Clcik</a:t>
            </a:r>
            <a:r>
              <a:rPr lang="en-US"/>
              <a:t> to Add Icon Here</a:t>
            </a:r>
          </a:p>
        </p:txBody>
      </p:sp>
      <p:sp>
        <p:nvSpPr>
          <p:cNvPr id="58" name="Picture Placeholder 18">
            <a:extLst>
              <a:ext uri="{FF2B5EF4-FFF2-40B4-BE49-F238E27FC236}">
                <a16:creationId xmlns:a16="http://schemas.microsoft.com/office/drawing/2014/main" id="{D6F7A8DC-AC98-0849-BD58-D164C9BB8F29}"/>
              </a:ext>
            </a:extLst>
          </p:cNvPr>
          <p:cNvSpPr>
            <a:spLocks noGrp="1" noChangeAspect="1"/>
          </p:cNvSpPr>
          <p:nvPr>
            <p:ph type="pic" sz="quarter" idx="27" hasCustomPrompt="1"/>
          </p:nvPr>
        </p:nvSpPr>
        <p:spPr>
          <a:xfrm>
            <a:off x="8676128" y="5096665"/>
            <a:ext cx="432000" cy="432000"/>
          </a:xfrm>
          <a:prstGeom prst="rect">
            <a:avLst/>
          </a:prstGeom>
          <a:noFill/>
        </p:spPr>
        <p:txBody>
          <a:bodyPr lIns="0" tIns="0" rIns="0" bIns="0" anchor="ctr"/>
          <a:lstStyle>
            <a:lvl1pPr marL="0" indent="0" algn="ctr">
              <a:buNone/>
              <a:defRPr sz="600">
                <a:solidFill>
                  <a:schemeClr val="bg1"/>
                </a:solidFill>
              </a:defRPr>
            </a:lvl1pPr>
          </a:lstStyle>
          <a:p>
            <a:r>
              <a:rPr lang="en-US" err="1"/>
              <a:t>Clcik</a:t>
            </a:r>
            <a:r>
              <a:rPr lang="en-US"/>
              <a:t> to Add Icon Here</a:t>
            </a:r>
          </a:p>
        </p:txBody>
      </p:sp>
      <p:sp>
        <p:nvSpPr>
          <p:cNvPr id="23" name="Picture Placeholder 2">
            <a:extLst>
              <a:ext uri="{FF2B5EF4-FFF2-40B4-BE49-F238E27FC236}">
                <a16:creationId xmlns:a16="http://schemas.microsoft.com/office/drawing/2014/main" id="{23F9DA80-59AB-6E49-A007-723D80257F45}"/>
              </a:ext>
            </a:extLst>
          </p:cNvPr>
          <p:cNvSpPr>
            <a:spLocks noGrp="1"/>
          </p:cNvSpPr>
          <p:nvPr>
            <p:ph type="pic" sz="quarter" idx="30"/>
          </p:nvPr>
        </p:nvSpPr>
        <p:spPr>
          <a:xfrm>
            <a:off x="5362984" y="1358896"/>
            <a:ext cx="2200694" cy="3861710"/>
          </a:xfrm>
          <a:prstGeom prst="rect">
            <a:avLst/>
          </a:prstGeom>
          <a:noFill/>
        </p:spPr>
        <p:txBody>
          <a:bodyPr/>
          <a:lstStyle>
            <a:lvl1pPr marL="0" indent="0" algn="ctr">
              <a:buNone/>
              <a:defRPr sz="1000">
                <a:solidFill>
                  <a:schemeClr val="bg1"/>
                </a:solidFill>
              </a:defRPr>
            </a:lvl1pPr>
          </a:lstStyle>
          <a:p>
            <a:endParaRPr lang="en-US"/>
          </a:p>
        </p:txBody>
      </p:sp>
      <p:sp>
        <p:nvSpPr>
          <p:cNvPr id="26" name="Text Placeholder 10">
            <a:extLst>
              <a:ext uri="{FF2B5EF4-FFF2-40B4-BE49-F238E27FC236}">
                <a16:creationId xmlns:a16="http://schemas.microsoft.com/office/drawing/2014/main" id="{67238455-C49B-A34E-B4FD-50063C5CFA6F}"/>
              </a:ext>
            </a:extLst>
          </p:cNvPr>
          <p:cNvSpPr>
            <a:spLocks noGrp="1"/>
          </p:cNvSpPr>
          <p:nvPr>
            <p:ph type="body" sz="quarter" idx="31"/>
          </p:nvPr>
        </p:nvSpPr>
        <p:spPr>
          <a:xfrm>
            <a:off x="9389245" y="645887"/>
            <a:ext cx="2270862" cy="186016"/>
          </a:xfrm>
          <a:prstGeom prst="rect">
            <a:avLst/>
          </a:prstGeom>
        </p:spPr>
        <p:txBody>
          <a:bodyPr lIns="0" tIns="0" bIns="0">
            <a:normAutofit/>
          </a:bodyPr>
          <a:lstStyle>
            <a:lvl1pPr marL="0" indent="0" algn="l">
              <a:buNone/>
              <a:defRPr sz="1200" b="1"/>
            </a:lvl1pPr>
            <a:lvl2pPr marL="457200" indent="0">
              <a:buNone/>
              <a:defRPr sz="1400" b="1"/>
            </a:lvl2pPr>
            <a:lvl3pPr marL="914400" indent="0">
              <a:buNone/>
              <a:defRPr sz="1400" b="1"/>
            </a:lvl3pPr>
            <a:lvl4pPr marL="1371600" indent="0">
              <a:buNone/>
              <a:defRPr sz="1400" b="1"/>
            </a:lvl4pPr>
            <a:lvl5pPr marL="1828800" indent="0">
              <a:buNone/>
              <a:defRPr sz="1400" b="1"/>
            </a:lvl5pPr>
          </a:lstStyle>
          <a:p>
            <a:pPr lvl="0"/>
            <a:r>
              <a:rPr lang="en-US"/>
              <a:t>Edit Master text styles</a:t>
            </a:r>
          </a:p>
        </p:txBody>
      </p:sp>
      <p:sp>
        <p:nvSpPr>
          <p:cNvPr id="27" name="Text Placeholder 12">
            <a:extLst>
              <a:ext uri="{FF2B5EF4-FFF2-40B4-BE49-F238E27FC236}">
                <a16:creationId xmlns:a16="http://schemas.microsoft.com/office/drawing/2014/main" id="{D13D31E2-308B-4344-8CC1-2F5F588C8BD0}"/>
              </a:ext>
            </a:extLst>
          </p:cNvPr>
          <p:cNvSpPr>
            <a:spLocks noGrp="1"/>
          </p:cNvSpPr>
          <p:nvPr>
            <p:ph type="body" sz="quarter" idx="32" hasCustomPrompt="1"/>
          </p:nvPr>
        </p:nvSpPr>
        <p:spPr>
          <a:xfrm>
            <a:off x="9389245" y="933081"/>
            <a:ext cx="2270862" cy="541363"/>
          </a:xfrm>
          <a:prstGeom prst="rect">
            <a:avLst/>
          </a:prstGeom>
        </p:spPr>
        <p:txBody>
          <a:bodyPr lIns="0" tIns="0" rIns="0" bIns="0">
            <a:noAutofit/>
          </a:bodyPr>
          <a:lstStyle>
            <a:lvl1pPr marL="0" indent="0" algn="l">
              <a:lnSpc>
                <a:spcPct val="150000"/>
              </a:lnSpc>
              <a:buNone/>
              <a:defRPr sz="1200"/>
            </a:lvl1pPr>
            <a:lvl2pPr>
              <a:defRPr sz="1200"/>
            </a:lvl2pPr>
            <a:lvl3pPr>
              <a:defRPr sz="1200"/>
            </a:lvl3pPr>
            <a:lvl4pPr>
              <a:defRPr sz="1200"/>
            </a:lvl4pPr>
            <a:lvl5pPr>
              <a:defRPr sz="1200"/>
            </a:lvl5pPr>
          </a:lstStyle>
          <a:p>
            <a:pPr lvl="0"/>
            <a:r>
              <a:rPr lang="en-US"/>
              <a:t>Edit Body text styles Lorem ipsum dolor.</a:t>
            </a:r>
          </a:p>
        </p:txBody>
      </p:sp>
      <p:sp>
        <p:nvSpPr>
          <p:cNvPr id="29" name="Text Placeholder 12">
            <a:extLst>
              <a:ext uri="{FF2B5EF4-FFF2-40B4-BE49-F238E27FC236}">
                <a16:creationId xmlns:a16="http://schemas.microsoft.com/office/drawing/2014/main" id="{26C2520A-1E26-0347-BE14-AF380F7F042B}"/>
              </a:ext>
            </a:extLst>
          </p:cNvPr>
          <p:cNvSpPr>
            <a:spLocks noGrp="1"/>
          </p:cNvSpPr>
          <p:nvPr>
            <p:ph type="body" sz="quarter" idx="34" hasCustomPrompt="1"/>
          </p:nvPr>
        </p:nvSpPr>
        <p:spPr>
          <a:xfrm>
            <a:off x="9389245" y="2329394"/>
            <a:ext cx="2270862" cy="541363"/>
          </a:xfrm>
          <a:prstGeom prst="rect">
            <a:avLst/>
          </a:prstGeom>
        </p:spPr>
        <p:txBody>
          <a:bodyPr lIns="0" tIns="0" rIns="0" bIns="0">
            <a:noAutofit/>
          </a:bodyPr>
          <a:lstStyle>
            <a:lvl1pPr marL="0" indent="0" algn="l">
              <a:lnSpc>
                <a:spcPct val="150000"/>
              </a:lnSpc>
              <a:buNone/>
              <a:defRPr sz="1200"/>
            </a:lvl1pPr>
            <a:lvl2pPr>
              <a:defRPr sz="1200"/>
            </a:lvl2pPr>
            <a:lvl3pPr>
              <a:defRPr sz="1200"/>
            </a:lvl3pPr>
            <a:lvl4pPr>
              <a:defRPr sz="1200"/>
            </a:lvl4pPr>
            <a:lvl5pPr>
              <a:defRPr sz="1200"/>
            </a:lvl5pPr>
          </a:lstStyle>
          <a:p>
            <a:pPr lvl="0"/>
            <a:r>
              <a:rPr lang="en-US"/>
              <a:t>Edit Body text styles Lorem ipsum dolor.</a:t>
            </a:r>
          </a:p>
        </p:txBody>
      </p:sp>
      <p:sp>
        <p:nvSpPr>
          <p:cNvPr id="33" name="Text Placeholder 12">
            <a:extLst>
              <a:ext uri="{FF2B5EF4-FFF2-40B4-BE49-F238E27FC236}">
                <a16:creationId xmlns:a16="http://schemas.microsoft.com/office/drawing/2014/main" id="{F49F0E00-49FD-4147-8391-FEBE8720FC7C}"/>
              </a:ext>
            </a:extLst>
          </p:cNvPr>
          <p:cNvSpPr>
            <a:spLocks noGrp="1"/>
          </p:cNvSpPr>
          <p:nvPr>
            <p:ph type="body" sz="quarter" idx="36" hasCustomPrompt="1"/>
          </p:nvPr>
        </p:nvSpPr>
        <p:spPr>
          <a:xfrm>
            <a:off x="9389245" y="3725707"/>
            <a:ext cx="2270862" cy="541363"/>
          </a:xfrm>
          <a:prstGeom prst="rect">
            <a:avLst/>
          </a:prstGeom>
        </p:spPr>
        <p:txBody>
          <a:bodyPr lIns="0" tIns="0" rIns="0" bIns="0">
            <a:noAutofit/>
          </a:bodyPr>
          <a:lstStyle>
            <a:lvl1pPr marL="0" indent="0" algn="l">
              <a:lnSpc>
                <a:spcPct val="150000"/>
              </a:lnSpc>
              <a:buNone/>
              <a:defRPr sz="1200"/>
            </a:lvl1pPr>
            <a:lvl2pPr>
              <a:defRPr sz="1200"/>
            </a:lvl2pPr>
            <a:lvl3pPr>
              <a:defRPr sz="1200"/>
            </a:lvl3pPr>
            <a:lvl4pPr>
              <a:defRPr sz="1200"/>
            </a:lvl4pPr>
            <a:lvl5pPr>
              <a:defRPr sz="1200"/>
            </a:lvl5pPr>
          </a:lstStyle>
          <a:p>
            <a:pPr lvl="0"/>
            <a:r>
              <a:rPr lang="en-US"/>
              <a:t>Edit Body text styles Lorem ipsum dolor.</a:t>
            </a:r>
          </a:p>
        </p:txBody>
      </p:sp>
      <p:sp>
        <p:nvSpPr>
          <p:cNvPr id="35" name="Text Placeholder 12">
            <a:extLst>
              <a:ext uri="{FF2B5EF4-FFF2-40B4-BE49-F238E27FC236}">
                <a16:creationId xmlns:a16="http://schemas.microsoft.com/office/drawing/2014/main" id="{0D0EC204-BD25-D94E-88B1-4B344FC0736F}"/>
              </a:ext>
            </a:extLst>
          </p:cNvPr>
          <p:cNvSpPr>
            <a:spLocks noGrp="1"/>
          </p:cNvSpPr>
          <p:nvPr>
            <p:ph type="body" sz="quarter" idx="38" hasCustomPrompt="1"/>
          </p:nvPr>
        </p:nvSpPr>
        <p:spPr>
          <a:xfrm>
            <a:off x="9389245" y="5171448"/>
            <a:ext cx="2270862" cy="541363"/>
          </a:xfrm>
          <a:prstGeom prst="rect">
            <a:avLst/>
          </a:prstGeom>
        </p:spPr>
        <p:txBody>
          <a:bodyPr lIns="0" tIns="0" rIns="0" bIns="0">
            <a:noAutofit/>
          </a:bodyPr>
          <a:lstStyle>
            <a:lvl1pPr marL="0" indent="0" algn="l">
              <a:lnSpc>
                <a:spcPct val="150000"/>
              </a:lnSpc>
              <a:buNone/>
              <a:defRPr sz="1200"/>
            </a:lvl1pPr>
            <a:lvl2pPr>
              <a:defRPr sz="1200"/>
            </a:lvl2pPr>
            <a:lvl3pPr>
              <a:defRPr sz="1200"/>
            </a:lvl3pPr>
            <a:lvl4pPr>
              <a:defRPr sz="1200"/>
            </a:lvl4pPr>
            <a:lvl5pPr>
              <a:defRPr sz="1200"/>
            </a:lvl5pPr>
          </a:lstStyle>
          <a:p>
            <a:pPr lvl="0"/>
            <a:r>
              <a:rPr lang="en-US"/>
              <a:t>Edit Body text styles Lorem ipsum dolor.</a:t>
            </a:r>
          </a:p>
        </p:txBody>
      </p:sp>
      <p:sp>
        <p:nvSpPr>
          <p:cNvPr id="21" name="Text Placeholder 10">
            <a:extLst>
              <a:ext uri="{FF2B5EF4-FFF2-40B4-BE49-F238E27FC236}">
                <a16:creationId xmlns:a16="http://schemas.microsoft.com/office/drawing/2014/main" id="{3CE84577-0158-C140-AF63-18870C2AA717}"/>
              </a:ext>
            </a:extLst>
          </p:cNvPr>
          <p:cNvSpPr>
            <a:spLocks noGrp="1"/>
          </p:cNvSpPr>
          <p:nvPr>
            <p:ph type="body" sz="quarter" idx="39"/>
          </p:nvPr>
        </p:nvSpPr>
        <p:spPr>
          <a:xfrm>
            <a:off x="9389245" y="2042199"/>
            <a:ext cx="2270862" cy="186016"/>
          </a:xfrm>
          <a:prstGeom prst="rect">
            <a:avLst/>
          </a:prstGeom>
        </p:spPr>
        <p:txBody>
          <a:bodyPr lIns="0" tIns="0" bIns="0">
            <a:normAutofit/>
          </a:bodyPr>
          <a:lstStyle>
            <a:lvl1pPr marL="0" indent="0" algn="l">
              <a:buNone/>
              <a:defRPr sz="1200" b="1"/>
            </a:lvl1pPr>
            <a:lvl2pPr marL="457200" indent="0">
              <a:buNone/>
              <a:defRPr sz="1400" b="1"/>
            </a:lvl2pPr>
            <a:lvl3pPr marL="914400" indent="0">
              <a:buNone/>
              <a:defRPr sz="1400" b="1"/>
            </a:lvl3pPr>
            <a:lvl4pPr marL="1371600" indent="0">
              <a:buNone/>
              <a:defRPr sz="1400" b="1"/>
            </a:lvl4pPr>
            <a:lvl5pPr marL="1828800" indent="0">
              <a:buNone/>
              <a:defRPr sz="1400" b="1"/>
            </a:lvl5pPr>
          </a:lstStyle>
          <a:p>
            <a:pPr lvl="0"/>
            <a:r>
              <a:rPr lang="en-US"/>
              <a:t>Edit Master text styles</a:t>
            </a:r>
          </a:p>
        </p:txBody>
      </p:sp>
      <p:sp>
        <p:nvSpPr>
          <p:cNvPr id="24" name="Text Placeholder 10">
            <a:extLst>
              <a:ext uri="{FF2B5EF4-FFF2-40B4-BE49-F238E27FC236}">
                <a16:creationId xmlns:a16="http://schemas.microsoft.com/office/drawing/2014/main" id="{612B217B-9F47-774A-A3E0-283BAEE1DD97}"/>
              </a:ext>
            </a:extLst>
          </p:cNvPr>
          <p:cNvSpPr>
            <a:spLocks noGrp="1"/>
          </p:cNvSpPr>
          <p:nvPr>
            <p:ph type="body" sz="quarter" idx="40"/>
          </p:nvPr>
        </p:nvSpPr>
        <p:spPr>
          <a:xfrm>
            <a:off x="9389245" y="3452607"/>
            <a:ext cx="2270862" cy="186016"/>
          </a:xfrm>
          <a:prstGeom prst="rect">
            <a:avLst/>
          </a:prstGeom>
        </p:spPr>
        <p:txBody>
          <a:bodyPr lIns="0" tIns="0" bIns="0">
            <a:normAutofit/>
          </a:bodyPr>
          <a:lstStyle>
            <a:lvl1pPr marL="0" indent="0" algn="l">
              <a:buNone/>
              <a:defRPr sz="1200" b="1"/>
            </a:lvl1pPr>
            <a:lvl2pPr marL="457200" indent="0">
              <a:buNone/>
              <a:defRPr sz="1400" b="1"/>
            </a:lvl2pPr>
            <a:lvl3pPr marL="914400" indent="0">
              <a:buNone/>
              <a:defRPr sz="1400" b="1"/>
            </a:lvl3pPr>
            <a:lvl4pPr marL="1371600" indent="0">
              <a:buNone/>
              <a:defRPr sz="1400" b="1"/>
            </a:lvl4pPr>
            <a:lvl5pPr marL="1828800" indent="0">
              <a:buNone/>
              <a:defRPr sz="1400" b="1"/>
            </a:lvl5pPr>
          </a:lstStyle>
          <a:p>
            <a:pPr lvl="0"/>
            <a:r>
              <a:rPr lang="en-US"/>
              <a:t>Edit Master text styles</a:t>
            </a:r>
          </a:p>
        </p:txBody>
      </p:sp>
      <p:sp>
        <p:nvSpPr>
          <p:cNvPr id="25" name="Text Placeholder 10">
            <a:extLst>
              <a:ext uri="{FF2B5EF4-FFF2-40B4-BE49-F238E27FC236}">
                <a16:creationId xmlns:a16="http://schemas.microsoft.com/office/drawing/2014/main" id="{18FE0244-3D75-2549-8E2A-FF1D70387EAF}"/>
              </a:ext>
            </a:extLst>
          </p:cNvPr>
          <p:cNvSpPr>
            <a:spLocks noGrp="1"/>
          </p:cNvSpPr>
          <p:nvPr>
            <p:ph type="body" sz="quarter" idx="41"/>
          </p:nvPr>
        </p:nvSpPr>
        <p:spPr>
          <a:xfrm>
            <a:off x="9389245" y="4898348"/>
            <a:ext cx="2270862" cy="186016"/>
          </a:xfrm>
          <a:prstGeom prst="rect">
            <a:avLst/>
          </a:prstGeom>
        </p:spPr>
        <p:txBody>
          <a:bodyPr lIns="0" tIns="0" bIns="0">
            <a:normAutofit/>
          </a:bodyPr>
          <a:lstStyle>
            <a:lvl1pPr marL="0" indent="0" algn="l">
              <a:buNone/>
              <a:defRPr sz="1200" b="1"/>
            </a:lvl1pPr>
            <a:lvl2pPr marL="457200" indent="0">
              <a:buNone/>
              <a:defRPr sz="1400" b="1"/>
            </a:lvl2pPr>
            <a:lvl3pPr marL="914400" indent="0">
              <a:buNone/>
              <a:defRPr sz="1400" b="1"/>
            </a:lvl3pPr>
            <a:lvl4pPr marL="1371600" indent="0">
              <a:buNone/>
              <a:defRPr sz="1400" b="1"/>
            </a:lvl4pPr>
            <a:lvl5pPr marL="1828800" indent="0">
              <a:buNone/>
              <a:defRPr sz="1400" b="1"/>
            </a:lvl5pPr>
          </a:lstStyle>
          <a:p>
            <a:pPr lvl="0"/>
            <a:r>
              <a:rPr lang="en-US"/>
              <a:t>Edit Master text styles</a:t>
            </a:r>
          </a:p>
        </p:txBody>
      </p:sp>
    </p:spTree>
    <p:extLst>
      <p:ext uri="{BB962C8B-B14F-4D97-AF65-F5344CB8AC3E}">
        <p14:creationId xmlns:p14="http://schemas.microsoft.com/office/powerpoint/2010/main" val="34234137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Wat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7FCD8-93C5-804B-A00B-835BCAF09054}"/>
              </a:ext>
            </a:extLst>
          </p:cNvPr>
          <p:cNvSpPr>
            <a:spLocks noGrp="1"/>
          </p:cNvSpPr>
          <p:nvPr>
            <p:ph type="ctrTitle"/>
          </p:nvPr>
        </p:nvSpPr>
        <p:spPr>
          <a:xfrm>
            <a:off x="838799" y="741599"/>
            <a:ext cx="3507903" cy="796925"/>
          </a:xfrm>
          <a:prstGeom prst="rect">
            <a:avLst/>
          </a:prstGeom>
        </p:spPr>
        <p:txBody>
          <a:bodyPr lIns="0" tIns="0" rIns="0" bIns="0" anchor="t" anchorCtr="0">
            <a:noAutofit/>
          </a:bodyPr>
          <a:lstStyle>
            <a:lvl1pPr algn="l">
              <a:defRPr sz="3200" b="1" i="0">
                <a:latin typeface="Franklin Gothic Demi" panose="020B0603020102020204" pitchFamily="34" charset="0"/>
              </a:defRPr>
            </a:lvl1pPr>
          </a:lstStyle>
          <a:p>
            <a:r>
              <a:rPr lang="en-US"/>
              <a:t>Click to edit Master title style</a:t>
            </a:r>
          </a:p>
        </p:txBody>
      </p:sp>
      <p:grpSp>
        <p:nvGrpSpPr>
          <p:cNvPr id="7" name="Group 6">
            <a:extLst>
              <a:ext uri="{FF2B5EF4-FFF2-40B4-BE49-F238E27FC236}">
                <a16:creationId xmlns:a16="http://schemas.microsoft.com/office/drawing/2014/main" id="{1BB7455F-69BD-A540-A3A0-7A6F1390BB2A}"/>
              </a:ext>
            </a:extLst>
          </p:cNvPr>
          <p:cNvGrpSpPr/>
          <p:nvPr userDrawn="1"/>
        </p:nvGrpSpPr>
        <p:grpSpPr>
          <a:xfrm>
            <a:off x="5389107" y="809212"/>
            <a:ext cx="2788360" cy="5130072"/>
            <a:chOff x="3133596" y="120314"/>
            <a:chExt cx="2287277" cy="4208171"/>
          </a:xfrm>
        </p:grpSpPr>
        <p:sp>
          <p:nvSpPr>
            <p:cNvPr id="8" name="Freeform 7">
              <a:extLst>
                <a:ext uri="{FF2B5EF4-FFF2-40B4-BE49-F238E27FC236}">
                  <a16:creationId xmlns:a16="http://schemas.microsoft.com/office/drawing/2014/main" id="{EA1938E8-F0B7-8E46-954D-A738EC332DEC}"/>
                </a:ext>
              </a:extLst>
            </p:cNvPr>
            <p:cNvSpPr>
              <a:spLocks/>
            </p:cNvSpPr>
            <p:nvPr/>
          </p:nvSpPr>
          <p:spPr bwMode="auto">
            <a:xfrm>
              <a:off x="3300229" y="3417421"/>
              <a:ext cx="1850985" cy="911064"/>
            </a:xfrm>
            <a:custGeom>
              <a:avLst/>
              <a:gdLst>
                <a:gd name="T0" fmla="*/ 114 w 188"/>
                <a:gd name="T1" fmla="*/ 93 h 93"/>
                <a:gd name="T2" fmla="*/ 73 w 188"/>
                <a:gd name="T3" fmla="*/ 93 h 93"/>
                <a:gd name="T4" fmla="*/ 55 w 188"/>
                <a:gd name="T5" fmla="*/ 92 h 93"/>
                <a:gd name="T6" fmla="*/ 30 w 188"/>
                <a:gd name="T7" fmla="*/ 87 h 93"/>
                <a:gd name="T8" fmla="*/ 19 w 188"/>
                <a:gd name="T9" fmla="*/ 75 h 93"/>
                <a:gd name="T10" fmla="*/ 14 w 188"/>
                <a:gd name="T11" fmla="*/ 41 h 93"/>
                <a:gd name="T12" fmla="*/ 13 w 188"/>
                <a:gd name="T13" fmla="*/ 25 h 93"/>
                <a:gd name="T14" fmla="*/ 3 w 188"/>
                <a:gd name="T15" fmla="*/ 5 h 93"/>
                <a:gd name="T16" fmla="*/ 2 w 188"/>
                <a:gd name="T17" fmla="*/ 1 h 93"/>
                <a:gd name="T18" fmla="*/ 8 w 188"/>
                <a:gd name="T19" fmla="*/ 2 h 93"/>
                <a:gd name="T20" fmla="*/ 23 w 188"/>
                <a:gd name="T21" fmla="*/ 3 h 93"/>
                <a:gd name="T22" fmla="*/ 57 w 188"/>
                <a:gd name="T23" fmla="*/ 3 h 93"/>
                <a:gd name="T24" fmla="*/ 144 w 188"/>
                <a:gd name="T25" fmla="*/ 3 h 93"/>
                <a:gd name="T26" fmla="*/ 170 w 188"/>
                <a:gd name="T27" fmla="*/ 3 h 93"/>
                <a:gd name="T28" fmla="*/ 182 w 188"/>
                <a:gd name="T29" fmla="*/ 1 h 93"/>
                <a:gd name="T30" fmla="*/ 186 w 188"/>
                <a:gd name="T31" fmla="*/ 1 h 93"/>
                <a:gd name="T32" fmla="*/ 186 w 188"/>
                <a:gd name="T33" fmla="*/ 4 h 93"/>
                <a:gd name="T34" fmla="*/ 174 w 188"/>
                <a:gd name="T35" fmla="*/ 33 h 93"/>
                <a:gd name="T36" fmla="*/ 170 w 188"/>
                <a:gd name="T37" fmla="*/ 71 h 93"/>
                <a:gd name="T38" fmla="*/ 153 w 188"/>
                <a:gd name="T39" fmla="*/ 89 h 93"/>
                <a:gd name="T40" fmla="*/ 120 w 188"/>
                <a:gd name="T41" fmla="*/ 93 h 93"/>
                <a:gd name="T42" fmla="*/ 114 w 188"/>
                <a:gd name="T43"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8" h="93">
                  <a:moveTo>
                    <a:pt x="114" y="93"/>
                  </a:moveTo>
                  <a:cubicBezTo>
                    <a:pt x="100" y="93"/>
                    <a:pt x="86" y="93"/>
                    <a:pt x="73" y="93"/>
                  </a:cubicBezTo>
                  <a:cubicBezTo>
                    <a:pt x="67" y="92"/>
                    <a:pt x="61" y="93"/>
                    <a:pt x="55" y="92"/>
                  </a:cubicBezTo>
                  <a:cubicBezTo>
                    <a:pt x="46" y="91"/>
                    <a:pt x="38" y="90"/>
                    <a:pt x="30" y="87"/>
                  </a:cubicBezTo>
                  <a:cubicBezTo>
                    <a:pt x="24" y="86"/>
                    <a:pt x="20" y="82"/>
                    <a:pt x="19" y="75"/>
                  </a:cubicBezTo>
                  <a:cubicBezTo>
                    <a:pt x="16" y="64"/>
                    <a:pt x="16" y="52"/>
                    <a:pt x="14" y="41"/>
                  </a:cubicBezTo>
                  <a:cubicBezTo>
                    <a:pt x="14" y="36"/>
                    <a:pt x="13" y="31"/>
                    <a:pt x="13" y="25"/>
                  </a:cubicBezTo>
                  <a:cubicBezTo>
                    <a:pt x="12" y="17"/>
                    <a:pt x="9" y="11"/>
                    <a:pt x="3" y="5"/>
                  </a:cubicBezTo>
                  <a:cubicBezTo>
                    <a:pt x="2" y="4"/>
                    <a:pt x="0" y="3"/>
                    <a:pt x="2" y="1"/>
                  </a:cubicBezTo>
                  <a:cubicBezTo>
                    <a:pt x="4" y="1"/>
                    <a:pt x="6" y="2"/>
                    <a:pt x="8" y="2"/>
                  </a:cubicBezTo>
                  <a:cubicBezTo>
                    <a:pt x="13" y="3"/>
                    <a:pt x="18" y="3"/>
                    <a:pt x="23" y="3"/>
                  </a:cubicBezTo>
                  <a:cubicBezTo>
                    <a:pt x="34" y="3"/>
                    <a:pt x="45" y="3"/>
                    <a:pt x="57" y="3"/>
                  </a:cubicBezTo>
                  <a:cubicBezTo>
                    <a:pt x="86" y="3"/>
                    <a:pt x="115" y="3"/>
                    <a:pt x="144" y="3"/>
                  </a:cubicBezTo>
                  <a:cubicBezTo>
                    <a:pt x="152" y="3"/>
                    <a:pt x="161" y="3"/>
                    <a:pt x="170" y="3"/>
                  </a:cubicBezTo>
                  <a:cubicBezTo>
                    <a:pt x="174" y="3"/>
                    <a:pt x="178" y="2"/>
                    <a:pt x="182" y="1"/>
                  </a:cubicBezTo>
                  <a:cubicBezTo>
                    <a:pt x="184" y="1"/>
                    <a:pt x="185" y="0"/>
                    <a:pt x="186" y="1"/>
                  </a:cubicBezTo>
                  <a:cubicBezTo>
                    <a:pt x="188" y="2"/>
                    <a:pt x="187" y="3"/>
                    <a:pt x="186" y="4"/>
                  </a:cubicBezTo>
                  <a:cubicBezTo>
                    <a:pt x="177" y="12"/>
                    <a:pt x="175" y="22"/>
                    <a:pt x="174" y="33"/>
                  </a:cubicBezTo>
                  <a:cubicBezTo>
                    <a:pt x="172" y="45"/>
                    <a:pt x="172" y="58"/>
                    <a:pt x="170" y="71"/>
                  </a:cubicBezTo>
                  <a:cubicBezTo>
                    <a:pt x="168" y="83"/>
                    <a:pt x="165" y="86"/>
                    <a:pt x="153" y="89"/>
                  </a:cubicBezTo>
                  <a:cubicBezTo>
                    <a:pt x="142" y="92"/>
                    <a:pt x="131" y="93"/>
                    <a:pt x="120" y="93"/>
                  </a:cubicBezTo>
                  <a:cubicBezTo>
                    <a:pt x="118" y="93"/>
                    <a:pt x="116" y="92"/>
                    <a:pt x="114" y="93"/>
                  </a:cubicBezTo>
                  <a:close/>
                </a:path>
              </a:pathLst>
            </a:custGeom>
            <a:solidFill>
              <a:srgbClr val="2929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nvGrpSpPr>
            <p:cNvPr id="9" name="Group 8">
              <a:extLst>
                <a:ext uri="{FF2B5EF4-FFF2-40B4-BE49-F238E27FC236}">
                  <a16:creationId xmlns:a16="http://schemas.microsoft.com/office/drawing/2014/main" id="{C36D4132-930F-5241-8590-E4F800702567}"/>
                </a:ext>
              </a:extLst>
            </p:cNvPr>
            <p:cNvGrpSpPr/>
            <p:nvPr/>
          </p:nvGrpSpPr>
          <p:grpSpPr>
            <a:xfrm>
              <a:off x="3265812" y="120314"/>
              <a:ext cx="1904577" cy="952288"/>
              <a:chOff x="3246637" y="357968"/>
              <a:chExt cx="1904577" cy="952288"/>
            </a:xfrm>
          </p:grpSpPr>
          <p:sp>
            <p:nvSpPr>
              <p:cNvPr id="11" name="Freeform 10">
                <a:extLst>
                  <a:ext uri="{FF2B5EF4-FFF2-40B4-BE49-F238E27FC236}">
                    <a16:creationId xmlns:a16="http://schemas.microsoft.com/office/drawing/2014/main" id="{FC666597-B02C-1D49-970F-BECA6E5CDB5C}"/>
                  </a:ext>
                </a:extLst>
              </p:cNvPr>
              <p:cNvSpPr>
                <a:spLocks/>
              </p:cNvSpPr>
              <p:nvPr/>
            </p:nvSpPr>
            <p:spPr bwMode="auto">
              <a:xfrm>
                <a:off x="3432148" y="357968"/>
                <a:ext cx="1512943" cy="424613"/>
              </a:xfrm>
              <a:custGeom>
                <a:avLst/>
                <a:gdLst>
                  <a:gd name="T0" fmla="*/ 0 w 154"/>
                  <a:gd name="T1" fmla="*/ 42 h 43"/>
                  <a:gd name="T2" fmla="*/ 3 w 154"/>
                  <a:gd name="T3" fmla="*/ 16 h 43"/>
                  <a:gd name="T4" fmla="*/ 10 w 154"/>
                  <a:gd name="T5" fmla="*/ 8 h 43"/>
                  <a:gd name="T6" fmla="*/ 36 w 154"/>
                  <a:gd name="T7" fmla="*/ 2 h 43"/>
                  <a:gd name="T8" fmla="*/ 57 w 154"/>
                  <a:gd name="T9" fmla="*/ 1 h 43"/>
                  <a:gd name="T10" fmla="*/ 65 w 154"/>
                  <a:gd name="T11" fmla="*/ 0 h 43"/>
                  <a:gd name="T12" fmla="*/ 88 w 154"/>
                  <a:gd name="T13" fmla="*/ 0 h 43"/>
                  <a:gd name="T14" fmla="*/ 98 w 154"/>
                  <a:gd name="T15" fmla="*/ 1 h 43"/>
                  <a:gd name="T16" fmla="*/ 137 w 154"/>
                  <a:gd name="T17" fmla="*/ 6 h 43"/>
                  <a:gd name="T18" fmla="*/ 151 w 154"/>
                  <a:gd name="T19" fmla="*/ 21 h 43"/>
                  <a:gd name="T20" fmla="*/ 153 w 154"/>
                  <a:gd name="T21" fmla="*/ 37 h 43"/>
                  <a:gd name="T22" fmla="*/ 149 w 154"/>
                  <a:gd name="T23" fmla="*/ 41 h 43"/>
                  <a:gd name="T24" fmla="*/ 144 w 154"/>
                  <a:gd name="T25" fmla="*/ 38 h 43"/>
                  <a:gd name="T26" fmla="*/ 126 w 154"/>
                  <a:gd name="T27" fmla="*/ 32 h 43"/>
                  <a:gd name="T28" fmla="*/ 122 w 154"/>
                  <a:gd name="T29" fmla="*/ 32 h 43"/>
                  <a:gd name="T30" fmla="*/ 32 w 154"/>
                  <a:gd name="T31" fmla="*/ 32 h 43"/>
                  <a:gd name="T32" fmla="*/ 24 w 154"/>
                  <a:gd name="T33" fmla="*/ 33 h 43"/>
                  <a:gd name="T34" fmla="*/ 22 w 154"/>
                  <a:gd name="T35" fmla="*/ 34 h 43"/>
                  <a:gd name="T36" fmla="*/ 4 w 154"/>
                  <a:gd name="T37" fmla="*/ 41 h 43"/>
                  <a:gd name="T38" fmla="*/ 0 w 154"/>
                  <a:gd name="T39"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4" h="43">
                    <a:moveTo>
                      <a:pt x="0" y="42"/>
                    </a:moveTo>
                    <a:cubicBezTo>
                      <a:pt x="0" y="33"/>
                      <a:pt x="1" y="25"/>
                      <a:pt x="3" y="16"/>
                    </a:cubicBezTo>
                    <a:cubicBezTo>
                      <a:pt x="4" y="12"/>
                      <a:pt x="6" y="10"/>
                      <a:pt x="10" y="8"/>
                    </a:cubicBezTo>
                    <a:cubicBezTo>
                      <a:pt x="18" y="5"/>
                      <a:pt x="27" y="4"/>
                      <a:pt x="36" y="2"/>
                    </a:cubicBezTo>
                    <a:cubicBezTo>
                      <a:pt x="43" y="2"/>
                      <a:pt x="50" y="1"/>
                      <a:pt x="57" y="1"/>
                    </a:cubicBezTo>
                    <a:cubicBezTo>
                      <a:pt x="60" y="0"/>
                      <a:pt x="62" y="1"/>
                      <a:pt x="65" y="0"/>
                    </a:cubicBezTo>
                    <a:cubicBezTo>
                      <a:pt x="73" y="0"/>
                      <a:pt x="80" y="0"/>
                      <a:pt x="88" y="0"/>
                    </a:cubicBezTo>
                    <a:cubicBezTo>
                      <a:pt x="91" y="1"/>
                      <a:pt x="95" y="0"/>
                      <a:pt x="98" y="1"/>
                    </a:cubicBezTo>
                    <a:cubicBezTo>
                      <a:pt x="111" y="1"/>
                      <a:pt x="124" y="2"/>
                      <a:pt x="137" y="6"/>
                    </a:cubicBezTo>
                    <a:cubicBezTo>
                      <a:pt x="145" y="8"/>
                      <a:pt x="150" y="12"/>
                      <a:pt x="151" y="21"/>
                    </a:cubicBezTo>
                    <a:cubicBezTo>
                      <a:pt x="152" y="26"/>
                      <a:pt x="152" y="32"/>
                      <a:pt x="153" y="37"/>
                    </a:cubicBezTo>
                    <a:cubicBezTo>
                      <a:pt x="154" y="42"/>
                      <a:pt x="153" y="43"/>
                      <a:pt x="149" y="41"/>
                    </a:cubicBezTo>
                    <a:cubicBezTo>
                      <a:pt x="147" y="40"/>
                      <a:pt x="145" y="39"/>
                      <a:pt x="144" y="38"/>
                    </a:cubicBezTo>
                    <a:cubicBezTo>
                      <a:pt x="139" y="34"/>
                      <a:pt x="132" y="35"/>
                      <a:pt x="126" y="32"/>
                    </a:cubicBezTo>
                    <a:cubicBezTo>
                      <a:pt x="125" y="31"/>
                      <a:pt x="123" y="32"/>
                      <a:pt x="122" y="32"/>
                    </a:cubicBezTo>
                    <a:cubicBezTo>
                      <a:pt x="92" y="32"/>
                      <a:pt x="62" y="32"/>
                      <a:pt x="32" y="32"/>
                    </a:cubicBezTo>
                    <a:cubicBezTo>
                      <a:pt x="29" y="32"/>
                      <a:pt x="26" y="32"/>
                      <a:pt x="24" y="33"/>
                    </a:cubicBezTo>
                    <a:cubicBezTo>
                      <a:pt x="23" y="34"/>
                      <a:pt x="23" y="34"/>
                      <a:pt x="22" y="34"/>
                    </a:cubicBezTo>
                    <a:cubicBezTo>
                      <a:pt x="15" y="34"/>
                      <a:pt x="10" y="38"/>
                      <a:pt x="4" y="41"/>
                    </a:cubicBezTo>
                    <a:cubicBezTo>
                      <a:pt x="3" y="42"/>
                      <a:pt x="2" y="43"/>
                      <a:pt x="0" y="42"/>
                    </a:cubicBezTo>
                    <a:close/>
                  </a:path>
                </a:pathLst>
              </a:custGeom>
              <a:solidFill>
                <a:srgbClr val="424242"/>
              </a:solidFill>
              <a:ln>
                <a:noFill/>
              </a:ln>
            </p:spPr>
            <p:txBody>
              <a:bodyPr vert="horz" wrap="square" lIns="91440" tIns="45720" rIns="91440" bIns="45720" numCol="1" anchor="t" anchorCtr="0" compatLnSpc="1">
                <a:prstTxWarp prst="textNoShape">
                  <a:avLst/>
                </a:prstTxWarp>
              </a:bodyPr>
              <a:lstStyle/>
              <a:p>
                <a:endParaRPr lang="id-ID"/>
              </a:p>
            </p:txBody>
          </p:sp>
          <p:sp>
            <p:nvSpPr>
              <p:cNvPr id="12" name="Freeform 34">
                <a:extLst>
                  <a:ext uri="{FF2B5EF4-FFF2-40B4-BE49-F238E27FC236}">
                    <a16:creationId xmlns:a16="http://schemas.microsoft.com/office/drawing/2014/main" id="{F44A50D9-4A2B-C342-B3AC-9CAD797B5177}"/>
                  </a:ext>
                </a:extLst>
              </p:cNvPr>
              <p:cNvSpPr>
                <a:spLocks/>
              </p:cNvSpPr>
              <p:nvPr/>
            </p:nvSpPr>
            <p:spPr bwMode="auto">
              <a:xfrm>
                <a:off x="3246637" y="654785"/>
                <a:ext cx="1904577" cy="655471"/>
              </a:xfrm>
              <a:custGeom>
                <a:avLst/>
                <a:gdLst>
                  <a:gd name="T0" fmla="*/ 19 w 194"/>
                  <a:gd name="T1" fmla="*/ 12 h 67"/>
                  <a:gd name="T2" fmla="*/ 33 w 194"/>
                  <a:gd name="T3" fmla="*/ 4 h 67"/>
                  <a:gd name="T4" fmla="*/ 34 w 194"/>
                  <a:gd name="T5" fmla="*/ 4 h 67"/>
                  <a:gd name="T6" fmla="*/ 49 w 194"/>
                  <a:gd name="T7" fmla="*/ 1 h 67"/>
                  <a:gd name="T8" fmla="*/ 143 w 194"/>
                  <a:gd name="T9" fmla="*/ 1 h 67"/>
                  <a:gd name="T10" fmla="*/ 161 w 194"/>
                  <a:gd name="T11" fmla="*/ 6 h 67"/>
                  <a:gd name="T12" fmla="*/ 168 w 194"/>
                  <a:gd name="T13" fmla="*/ 10 h 67"/>
                  <a:gd name="T14" fmla="*/ 172 w 194"/>
                  <a:gd name="T15" fmla="*/ 7 h 67"/>
                  <a:gd name="T16" fmla="*/ 175 w 194"/>
                  <a:gd name="T17" fmla="*/ 30 h 67"/>
                  <a:gd name="T18" fmla="*/ 178 w 194"/>
                  <a:gd name="T19" fmla="*/ 45 h 67"/>
                  <a:gd name="T20" fmla="*/ 188 w 194"/>
                  <a:gd name="T21" fmla="*/ 60 h 67"/>
                  <a:gd name="T22" fmla="*/ 194 w 194"/>
                  <a:gd name="T23" fmla="*/ 66 h 67"/>
                  <a:gd name="T24" fmla="*/ 191 w 194"/>
                  <a:gd name="T25" fmla="*/ 66 h 67"/>
                  <a:gd name="T26" fmla="*/ 159 w 194"/>
                  <a:gd name="T27" fmla="*/ 63 h 67"/>
                  <a:gd name="T28" fmla="*/ 31 w 194"/>
                  <a:gd name="T29" fmla="*/ 63 h 67"/>
                  <a:gd name="T30" fmla="*/ 3 w 194"/>
                  <a:gd name="T31" fmla="*/ 66 h 67"/>
                  <a:gd name="T32" fmla="*/ 0 w 194"/>
                  <a:gd name="T33" fmla="*/ 65 h 67"/>
                  <a:gd name="T34" fmla="*/ 0 w 194"/>
                  <a:gd name="T35" fmla="*/ 65 h 67"/>
                  <a:gd name="T36" fmla="*/ 17 w 194"/>
                  <a:gd name="T37" fmla="*/ 30 h 67"/>
                  <a:gd name="T38" fmla="*/ 19 w 194"/>
                  <a:gd name="T39" fmla="*/ 1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4" h="67">
                    <a:moveTo>
                      <a:pt x="19" y="12"/>
                    </a:moveTo>
                    <a:cubicBezTo>
                      <a:pt x="24" y="10"/>
                      <a:pt x="28" y="7"/>
                      <a:pt x="33" y="4"/>
                    </a:cubicBezTo>
                    <a:cubicBezTo>
                      <a:pt x="33" y="4"/>
                      <a:pt x="34" y="4"/>
                      <a:pt x="34" y="4"/>
                    </a:cubicBezTo>
                    <a:cubicBezTo>
                      <a:pt x="39" y="4"/>
                      <a:pt x="44" y="1"/>
                      <a:pt x="49" y="1"/>
                    </a:cubicBezTo>
                    <a:cubicBezTo>
                      <a:pt x="80" y="0"/>
                      <a:pt x="111" y="0"/>
                      <a:pt x="143" y="1"/>
                    </a:cubicBezTo>
                    <a:cubicBezTo>
                      <a:pt x="148" y="1"/>
                      <a:pt x="155" y="2"/>
                      <a:pt x="161" y="6"/>
                    </a:cubicBezTo>
                    <a:cubicBezTo>
                      <a:pt x="163" y="8"/>
                      <a:pt x="166" y="9"/>
                      <a:pt x="168" y="10"/>
                    </a:cubicBezTo>
                    <a:cubicBezTo>
                      <a:pt x="172" y="12"/>
                      <a:pt x="172" y="10"/>
                      <a:pt x="172" y="7"/>
                    </a:cubicBezTo>
                    <a:cubicBezTo>
                      <a:pt x="173" y="15"/>
                      <a:pt x="174" y="23"/>
                      <a:pt x="175" y="30"/>
                    </a:cubicBezTo>
                    <a:cubicBezTo>
                      <a:pt x="175" y="35"/>
                      <a:pt x="176" y="40"/>
                      <a:pt x="178" y="45"/>
                    </a:cubicBezTo>
                    <a:cubicBezTo>
                      <a:pt x="179" y="51"/>
                      <a:pt x="183" y="56"/>
                      <a:pt x="188" y="60"/>
                    </a:cubicBezTo>
                    <a:cubicBezTo>
                      <a:pt x="190" y="62"/>
                      <a:pt x="192" y="64"/>
                      <a:pt x="194" y="66"/>
                    </a:cubicBezTo>
                    <a:cubicBezTo>
                      <a:pt x="193" y="67"/>
                      <a:pt x="192" y="67"/>
                      <a:pt x="191" y="66"/>
                    </a:cubicBezTo>
                    <a:cubicBezTo>
                      <a:pt x="181" y="62"/>
                      <a:pt x="170" y="63"/>
                      <a:pt x="159" y="63"/>
                    </a:cubicBezTo>
                    <a:cubicBezTo>
                      <a:pt x="116" y="63"/>
                      <a:pt x="73" y="63"/>
                      <a:pt x="31" y="63"/>
                    </a:cubicBezTo>
                    <a:cubicBezTo>
                      <a:pt x="21" y="63"/>
                      <a:pt x="12" y="63"/>
                      <a:pt x="3" y="66"/>
                    </a:cubicBezTo>
                    <a:cubicBezTo>
                      <a:pt x="2" y="66"/>
                      <a:pt x="0" y="67"/>
                      <a:pt x="0" y="65"/>
                    </a:cubicBezTo>
                    <a:cubicBezTo>
                      <a:pt x="0" y="65"/>
                      <a:pt x="0" y="65"/>
                      <a:pt x="0" y="65"/>
                    </a:cubicBezTo>
                    <a:cubicBezTo>
                      <a:pt x="11" y="56"/>
                      <a:pt x="16" y="44"/>
                      <a:pt x="17" y="30"/>
                    </a:cubicBezTo>
                    <a:cubicBezTo>
                      <a:pt x="17" y="24"/>
                      <a:pt x="18" y="18"/>
                      <a:pt x="19" y="12"/>
                    </a:cubicBezTo>
                    <a:close/>
                  </a:path>
                </a:pathLst>
              </a:custGeom>
              <a:solidFill>
                <a:srgbClr val="4242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pic>
          <p:nvPicPr>
            <p:cNvPr id="10" name="Picture 9">
              <a:extLst>
                <a:ext uri="{FF2B5EF4-FFF2-40B4-BE49-F238E27FC236}">
                  <a16:creationId xmlns:a16="http://schemas.microsoft.com/office/drawing/2014/main" id="{469D3E55-AAC8-0449-8389-AF7B968412E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503" b="84172" l="268" r="100000"/>
                      </a14:imgEffect>
                    </a14:imgLayer>
                  </a14:imgProps>
                </a:ext>
              </a:extLst>
            </a:blip>
            <a:stretch>
              <a:fillRect/>
            </a:stretch>
          </p:blipFill>
          <p:spPr>
            <a:xfrm>
              <a:off x="3133596" y="150794"/>
              <a:ext cx="2287277" cy="4145306"/>
            </a:xfrm>
            <a:prstGeom prst="rect">
              <a:avLst/>
            </a:prstGeom>
          </p:spPr>
        </p:pic>
      </p:grpSp>
      <p:sp>
        <p:nvSpPr>
          <p:cNvPr id="14" name="Text Placeholder 13">
            <a:extLst>
              <a:ext uri="{FF2B5EF4-FFF2-40B4-BE49-F238E27FC236}">
                <a16:creationId xmlns:a16="http://schemas.microsoft.com/office/drawing/2014/main" id="{EEAFCAFD-5150-9545-BD6A-F0A4953209DE}"/>
              </a:ext>
            </a:extLst>
          </p:cNvPr>
          <p:cNvSpPr>
            <a:spLocks noGrp="1"/>
          </p:cNvSpPr>
          <p:nvPr>
            <p:ph type="body" sz="quarter" idx="10" hasCustomPrompt="1"/>
          </p:nvPr>
        </p:nvSpPr>
        <p:spPr>
          <a:xfrm>
            <a:off x="8663233" y="741600"/>
            <a:ext cx="2704984" cy="796925"/>
          </a:xfrm>
          <a:prstGeom prst="rect">
            <a:avLst/>
          </a:prstGeom>
        </p:spPr>
        <p:txBody>
          <a:bodyPr lIns="0" tIns="0" rIns="0" bIns="0"/>
          <a:lstStyle>
            <a:lvl1pPr marL="171450" indent="-171450">
              <a:lnSpc>
                <a:spcPct val="150000"/>
              </a:lnSpc>
              <a:buFont typeface="Arial" panose="020B0604020202020204" pitchFamily="34" charset="0"/>
              <a:buChar char="•"/>
              <a:defRPr sz="1200">
                <a:solidFill>
                  <a:schemeClr val="bg1"/>
                </a:solidFill>
              </a:defRPr>
            </a:lvl1pPr>
            <a:lvl2pPr marL="457200" indent="0">
              <a:lnSpc>
                <a:spcPct val="150000"/>
              </a:lnSpc>
              <a:buNone/>
              <a:defRPr sz="1000">
                <a:solidFill>
                  <a:schemeClr val="bg1"/>
                </a:solidFill>
              </a:defRPr>
            </a:lvl2pPr>
            <a:lvl3pPr marL="914400" indent="0">
              <a:lnSpc>
                <a:spcPct val="150000"/>
              </a:lnSpc>
              <a:buNone/>
              <a:defRPr sz="1000">
                <a:solidFill>
                  <a:schemeClr val="bg1"/>
                </a:solidFill>
              </a:defRPr>
            </a:lvl3pPr>
            <a:lvl4pPr marL="1371600" indent="0">
              <a:lnSpc>
                <a:spcPct val="150000"/>
              </a:lnSpc>
              <a:buNone/>
              <a:defRPr sz="1000">
                <a:solidFill>
                  <a:schemeClr val="bg1"/>
                </a:solidFill>
              </a:defRPr>
            </a:lvl4pPr>
            <a:lvl5pPr marL="1828800" indent="0">
              <a:lnSpc>
                <a:spcPct val="150000"/>
              </a:lnSpc>
              <a:buNone/>
              <a:defRPr sz="1000">
                <a:solidFill>
                  <a:schemeClr val="bg1"/>
                </a:solidFill>
              </a:defRPr>
            </a:lvl5pPr>
          </a:lstStyle>
          <a:p>
            <a:pPr lvl="0"/>
            <a:r>
              <a:rPr lang="en-US"/>
              <a:t>Edit Master text styles 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a:t>
            </a:r>
          </a:p>
        </p:txBody>
      </p:sp>
      <p:sp>
        <p:nvSpPr>
          <p:cNvPr id="15" name="Text Placeholder 13">
            <a:extLst>
              <a:ext uri="{FF2B5EF4-FFF2-40B4-BE49-F238E27FC236}">
                <a16:creationId xmlns:a16="http://schemas.microsoft.com/office/drawing/2014/main" id="{5AF9BE80-7EF7-D849-8158-378737977FDD}"/>
              </a:ext>
            </a:extLst>
          </p:cNvPr>
          <p:cNvSpPr>
            <a:spLocks noGrp="1"/>
          </p:cNvSpPr>
          <p:nvPr>
            <p:ph type="body" sz="quarter" idx="11" hasCustomPrompt="1"/>
          </p:nvPr>
        </p:nvSpPr>
        <p:spPr>
          <a:xfrm>
            <a:off x="8663233" y="2171526"/>
            <a:ext cx="2704984" cy="796925"/>
          </a:xfrm>
          <a:prstGeom prst="rect">
            <a:avLst/>
          </a:prstGeom>
        </p:spPr>
        <p:txBody>
          <a:bodyPr lIns="0" tIns="0" rIns="0" bIns="0"/>
          <a:lstStyle>
            <a:lvl1pPr marL="171450" indent="-171450">
              <a:lnSpc>
                <a:spcPct val="150000"/>
              </a:lnSpc>
              <a:buFont typeface="Arial" panose="020B0604020202020204" pitchFamily="34" charset="0"/>
              <a:buChar char="•"/>
              <a:defRPr sz="1200">
                <a:solidFill>
                  <a:schemeClr val="bg1"/>
                </a:solidFill>
              </a:defRPr>
            </a:lvl1pPr>
            <a:lvl2pPr marL="457200" indent="0">
              <a:lnSpc>
                <a:spcPct val="150000"/>
              </a:lnSpc>
              <a:buNone/>
              <a:defRPr sz="1000">
                <a:solidFill>
                  <a:schemeClr val="bg1"/>
                </a:solidFill>
              </a:defRPr>
            </a:lvl2pPr>
            <a:lvl3pPr marL="914400" indent="0">
              <a:lnSpc>
                <a:spcPct val="150000"/>
              </a:lnSpc>
              <a:buNone/>
              <a:defRPr sz="1000">
                <a:solidFill>
                  <a:schemeClr val="bg1"/>
                </a:solidFill>
              </a:defRPr>
            </a:lvl3pPr>
            <a:lvl4pPr marL="1371600" indent="0">
              <a:lnSpc>
                <a:spcPct val="150000"/>
              </a:lnSpc>
              <a:buNone/>
              <a:defRPr sz="1000">
                <a:solidFill>
                  <a:schemeClr val="bg1"/>
                </a:solidFill>
              </a:defRPr>
            </a:lvl4pPr>
            <a:lvl5pPr marL="1828800" indent="0">
              <a:lnSpc>
                <a:spcPct val="150000"/>
              </a:lnSpc>
              <a:buNone/>
              <a:defRPr sz="1000">
                <a:solidFill>
                  <a:schemeClr val="bg1"/>
                </a:solidFill>
              </a:defRPr>
            </a:lvl5pPr>
          </a:lstStyle>
          <a:p>
            <a:pPr lvl="0"/>
            <a:r>
              <a:rPr lang="en-US"/>
              <a:t>Edit Master text styles 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a:t>
            </a:r>
          </a:p>
        </p:txBody>
      </p:sp>
      <p:sp>
        <p:nvSpPr>
          <p:cNvPr id="16" name="Text Placeholder 13">
            <a:extLst>
              <a:ext uri="{FF2B5EF4-FFF2-40B4-BE49-F238E27FC236}">
                <a16:creationId xmlns:a16="http://schemas.microsoft.com/office/drawing/2014/main" id="{14BF6CED-4014-2E44-B3BE-28D80162758E}"/>
              </a:ext>
            </a:extLst>
          </p:cNvPr>
          <p:cNvSpPr>
            <a:spLocks noGrp="1"/>
          </p:cNvSpPr>
          <p:nvPr>
            <p:ph type="body" sz="quarter" idx="12" hasCustomPrompt="1"/>
          </p:nvPr>
        </p:nvSpPr>
        <p:spPr>
          <a:xfrm>
            <a:off x="8663233" y="3601452"/>
            <a:ext cx="2704984" cy="796925"/>
          </a:xfrm>
          <a:prstGeom prst="rect">
            <a:avLst/>
          </a:prstGeom>
        </p:spPr>
        <p:txBody>
          <a:bodyPr lIns="0" tIns="0" rIns="0" bIns="0"/>
          <a:lstStyle>
            <a:lvl1pPr marL="171450" indent="-171450">
              <a:lnSpc>
                <a:spcPct val="150000"/>
              </a:lnSpc>
              <a:buFont typeface="Arial" panose="020B0604020202020204" pitchFamily="34" charset="0"/>
              <a:buChar char="•"/>
              <a:defRPr sz="1200">
                <a:solidFill>
                  <a:schemeClr val="bg1"/>
                </a:solidFill>
              </a:defRPr>
            </a:lvl1pPr>
            <a:lvl2pPr marL="457200" indent="0">
              <a:lnSpc>
                <a:spcPct val="150000"/>
              </a:lnSpc>
              <a:buNone/>
              <a:defRPr sz="1000">
                <a:solidFill>
                  <a:schemeClr val="bg1"/>
                </a:solidFill>
              </a:defRPr>
            </a:lvl2pPr>
            <a:lvl3pPr marL="914400" indent="0">
              <a:lnSpc>
                <a:spcPct val="150000"/>
              </a:lnSpc>
              <a:buNone/>
              <a:defRPr sz="1000">
                <a:solidFill>
                  <a:schemeClr val="bg1"/>
                </a:solidFill>
              </a:defRPr>
            </a:lvl3pPr>
            <a:lvl4pPr marL="1371600" indent="0">
              <a:lnSpc>
                <a:spcPct val="150000"/>
              </a:lnSpc>
              <a:buNone/>
              <a:defRPr sz="1000">
                <a:solidFill>
                  <a:schemeClr val="bg1"/>
                </a:solidFill>
              </a:defRPr>
            </a:lvl4pPr>
            <a:lvl5pPr marL="1828800" indent="0">
              <a:lnSpc>
                <a:spcPct val="150000"/>
              </a:lnSpc>
              <a:buNone/>
              <a:defRPr sz="1000">
                <a:solidFill>
                  <a:schemeClr val="bg1"/>
                </a:solidFill>
              </a:defRPr>
            </a:lvl5pPr>
          </a:lstStyle>
          <a:p>
            <a:pPr lvl="0"/>
            <a:r>
              <a:rPr lang="en-US"/>
              <a:t>Edit Master text styles 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a:t>
            </a:r>
          </a:p>
        </p:txBody>
      </p:sp>
      <p:sp>
        <p:nvSpPr>
          <p:cNvPr id="17" name="Text Placeholder 13">
            <a:extLst>
              <a:ext uri="{FF2B5EF4-FFF2-40B4-BE49-F238E27FC236}">
                <a16:creationId xmlns:a16="http://schemas.microsoft.com/office/drawing/2014/main" id="{78E3DD0F-F7DA-1A4C-A079-DFA76333941F}"/>
              </a:ext>
            </a:extLst>
          </p:cNvPr>
          <p:cNvSpPr>
            <a:spLocks noGrp="1"/>
          </p:cNvSpPr>
          <p:nvPr>
            <p:ph type="body" sz="quarter" idx="13" hasCustomPrompt="1"/>
          </p:nvPr>
        </p:nvSpPr>
        <p:spPr>
          <a:xfrm>
            <a:off x="8663233" y="5031378"/>
            <a:ext cx="2704984" cy="796925"/>
          </a:xfrm>
          <a:prstGeom prst="rect">
            <a:avLst/>
          </a:prstGeom>
        </p:spPr>
        <p:txBody>
          <a:bodyPr lIns="0" tIns="0" rIns="0" bIns="0"/>
          <a:lstStyle>
            <a:lvl1pPr marL="171450" indent="-171450">
              <a:lnSpc>
                <a:spcPct val="150000"/>
              </a:lnSpc>
              <a:buFont typeface="Arial" panose="020B0604020202020204" pitchFamily="34" charset="0"/>
              <a:buChar char="•"/>
              <a:defRPr sz="1200">
                <a:solidFill>
                  <a:schemeClr val="bg1"/>
                </a:solidFill>
              </a:defRPr>
            </a:lvl1pPr>
            <a:lvl2pPr marL="457200" indent="0">
              <a:lnSpc>
                <a:spcPct val="150000"/>
              </a:lnSpc>
              <a:buNone/>
              <a:defRPr sz="1000">
                <a:solidFill>
                  <a:schemeClr val="bg1"/>
                </a:solidFill>
              </a:defRPr>
            </a:lvl2pPr>
            <a:lvl3pPr marL="914400" indent="0">
              <a:lnSpc>
                <a:spcPct val="150000"/>
              </a:lnSpc>
              <a:buNone/>
              <a:defRPr sz="1000">
                <a:solidFill>
                  <a:schemeClr val="bg1"/>
                </a:solidFill>
              </a:defRPr>
            </a:lvl3pPr>
            <a:lvl4pPr marL="1371600" indent="0">
              <a:lnSpc>
                <a:spcPct val="150000"/>
              </a:lnSpc>
              <a:buNone/>
              <a:defRPr sz="1000">
                <a:solidFill>
                  <a:schemeClr val="bg1"/>
                </a:solidFill>
              </a:defRPr>
            </a:lvl4pPr>
            <a:lvl5pPr marL="1828800" indent="0">
              <a:lnSpc>
                <a:spcPct val="150000"/>
              </a:lnSpc>
              <a:buNone/>
              <a:defRPr sz="1000">
                <a:solidFill>
                  <a:schemeClr val="bg1"/>
                </a:solidFill>
              </a:defRPr>
            </a:lvl5pPr>
          </a:lstStyle>
          <a:p>
            <a:pPr lvl="0"/>
            <a:r>
              <a:rPr lang="en-US"/>
              <a:t>Edit Master text styles 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a:t>
            </a:r>
          </a:p>
        </p:txBody>
      </p:sp>
      <p:sp>
        <p:nvSpPr>
          <p:cNvPr id="18" name="Picture Placeholder 18">
            <a:extLst>
              <a:ext uri="{FF2B5EF4-FFF2-40B4-BE49-F238E27FC236}">
                <a16:creationId xmlns:a16="http://schemas.microsoft.com/office/drawing/2014/main" id="{43A493EA-AC4E-934F-BFE7-F98672B4040F}"/>
              </a:ext>
            </a:extLst>
          </p:cNvPr>
          <p:cNvSpPr>
            <a:spLocks noGrp="1"/>
          </p:cNvSpPr>
          <p:nvPr>
            <p:ph type="pic" sz="quarter" idx="14"/>
          </p:nvPr>
        </p:nvSpPr>
        <p:spPr>
          <a:xfrm>
            <a:off x="5830957" y="2362020"/>
            <a:ext cx="1789872" cy="1661763"/>
          </a:xfrm>
          <a:prstGeom prst="roundRect">
            <a:avLst>
              <a:gd name="adj" fmla="val 9909"/>
            </a:avLst>
          </a:prstGeom>
        </p:spPr>
      </p:sp>
      <p:sp>
        <p:nvSpPr>
          <p:cNvPr id="5" name="Text Placeholder 4">
            <a:extLst>
              <a:ext uri="{FF2B5EF4-FFF2-40B4-BE49-F238E27FC236}">
                <a16:creationId xmlns:a16="http://schemas.microsoft.com/office/drawing/2014/main" id="{3CE32B0D-ED29-1F4F-88DE-BA77D2800D9A}"/>
              </a:ext>
            </a:extLst>
          </p:cNvPr>
          <p:cNvSpPr>
            <a:spLocks noGrp="1"/>
          </p:cNvSpPr>
          <p:nvPr>
            <p:ph type="body" sz="quarter" idx="15" hasCustomPrompt="1"/>
          </p:nvPr>
        </p:nvSpPr>
        <p:spPr>
          <a:xfrm>
            <a:off x="5895951" y="4198607"/>
            <a:ext cx="1682750" cy="238125"/>
          </a:xfrm>
          <a:prstGeom prst="rect">
            <a:avLst/>
          </a:prstGeom>
        </p:spPr>
        <p:txBody>
          <a:bodyPr/>
          <a:lstStyle>
            <a:lvl1pPr marL="0" indent="0" algn="ctr">
              <a:buNone/>
              <a:defRPr sz="1000" b="1">
                <a:solidFill>
                  <a:schemeClr val="bg1"/>
                </a:solidFill>
              </a:defRPr>
            </a:lvl1pPr>
            <a:lvl2pPr marL="457200" indent="0">
              <a:buNone/>
              <a:defRPr sz="1000" b="1">
                <a:solidFill>
                  <a:schemeClr val="bg1"/>
                </a:solidFill>
              </a:defRPr>
            </a:lvl2pPr>
            <a:lvl3pPr marL="914400" indent="0">
              <a:buNone/>
              <a:defRPr sz="1000" b="1">
                <a:solidFill>
                  <a:schemeClr val="bg1"/>
                </a:solidFill>
              </a:defRPr>
            </a:lvl3pPr>
            <a:lvl4pPr marL="1371600" indent="0">
              <a:buNone/>
              <a:defRPr sz="1000" b="1">
                <a:solidFill>
                  <a:schemeClr val="bg1"/>
                </a:solidFill>
              </a:defRPr>
            </a:lvl4pPr>
            <a:lvl5pPr marL="1828800" indent="0">
              <a:buNone/>
              <a:defRPr sz="1000" b="1">
                <a:solidFill>
                  <a:schemeClr val="bg1"/>
                </a:solidFill>
              </a:defRPr>
            </a:lvl5pPr>
          </a:lstStyle>
          <a:p>
            <a:pPr lvl="0"/>
            <a:r>
              <a:rPr lang="en-US"/>
              <a:t>Edit Master text </a:t>
            </a:r>
            <a:r>
              <a:rPr lang="en-US" err="1"/>
              <a:t>stylevel</a:t>
            </a:r>
            <a:endParaRPr lang="en-US"/>
          </a:p>
        </p:txBody>
      </p:sp>
      <p:sp>
        <p:nvSpPr>
          <p:cNvPr id="19" name="Text Placeholder 7">
            <a:extLst>
              <a:ext uri="{FF2B5EF4-FFF2-40B4-BE49-F238E27FC236}">
                <a16:creationId xmlns:a16="http://schemas.microsoft.com/office/drawing/2014/main" id="{149978D2-BE81-1746-B4DB-47D050655DF2}"/>
              </a:ext>
            </a:extLst>
          </p:cNvPr>
          <p:cNvSpPr>
            <a:spLocks noGrp="1"/>
          </p:cNvSpPr>
          <p:nvPr>
            <p:ph type="body" sz="quarter" idx="16" hasCustomPrompt="1"/>
          </p:nvPr>
        </p:nvSpPr>
        <p:spPr>
          <a:xfrm>
            <a:off x="838799" y="1800000"/>
            <a:ext cx="3526446" cy="4166663"/>
          </a:xfrm>
          <a:prstGeom prst="rect">
            <a:avLst/>
          </a:prstGeom>
        </p:spPr>
        <p:txBody>
          <a:bodyPr lIns="0" tIns="0" rIns="0" bIns="0"/>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800">
                <a:solidFill>
                  <a:schemeClr val="tx1"/>
                </a:solidFill>
              </a:defRPr>
            </a:lvl1pPr>
          </a:lstStyle>
          <a:p>
            <a:pPr lvl="0"/>
            <a:r>
              <a:rPr lang="en-US"/>
              <a:t>Edit Master text styles Lorem ipsum dolor sit amet, </a:t>
            </a:r>
            <a:r>
              <a:rPr lang="en-US" err="1"/>
              <a:t>consec</a:t>
            </a:r>
            <a:r>
              <a:rPr lang="en-US"/>
              <a:t> </a:t>
            </a:r>
            <a:r>
              <a:rPr lang="en-US" err="1"/>
              <a:t>tetuer</a:t>
            </a:r>
            <a:r>
              <a:rPr lang="en-US"/>
              <a:t> adipiscing elit. Maecenas porttitor congue massa. Fusce posuere, magna sed pulvinar ultricies, purus lectus malesuada libero, sit </a:t>
            </a:r>
            <a:r>
              <a:rPr lang="en-US" err="1"/>
              <a:t>amet</a:t>
            </a:r>
            <a:r>
              <a:rPr lang="en-US"/>
              <a:t> </a:t>
            </a:r>
            <a:r>
              <a:rPr lang="en-US" err="1"/>
              <a:t>eros</a:t>
            </a:r>
            <a:r>
              <a:rPr lang="en-US"/>
              <a:t> quis </a:t>
            </a:r>
            <a:r>
              <a:rPr lang="en-US" err="1"/>
              <a:t>urna</a:t>
            </a:r>
            <a:r>
              <a:rPr lang="en-US"/>
              <a:t>. Nunc viverra imperdiet enim. Fusce est. Vivamus a </a:t>
            </a:r>
            <a:r>
              <a:rPr lang="en-US" err="1"/>
              <a:t>tellus</a:t>
            </a:r>
            <a:r>
              <a:rPr lang="en-US"/>
              <a:t>.</a:t>
            </a:r>
          </a:p>
        </p:txBody>
      </p:sp>
    </p:spTree>
    <p:extLst>
      <p:ext uri="{BB962C8B-B14F-4D97-AF65-F5344CB8AC3E}">
        <p14:creationId xmlns:p14="http://schemas.microsoft.com/office/powerpoint/2010/main" val="24900876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image" Target="../media/image5.png"/><Relationship Id="rId2" Type="http://schemas.openxmlformats.org/officeDocument/2006/relationships/slideLayout" Target="../slideLayouts/slideLayout5.xml"/><Relationship Id="rId16" Type="http://schemas.openxmlformats.org/officeDocument/2006/relationships/theme" Target="../theme/theme3.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slideLayout" Target="../slideLayouts/slideLayout1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image" Target="../media/image16.png"/><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theme" Target="../theme/theme5.xml"/><Relationship Id="rId1" Type="http://schemas.openxmlformats.org/officeDocument/2006/relationships/slideLayout" Target="../slideLayouts/slideLayout32.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6.xml"/><Relationship Id="rId1" Type="http://schemas.openxmlformats.org/officeDocument/2006/relationships/slideLayout" Target="../slideLayouts/slideLayout33.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7.xml"/><Relationship Id="rId1" Type="http://schemas.openxmlformats.org/officeDocument/2006/relationships/slideLayout" Target="../slideLayouts/slideLayout34.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theme" Target="../theme/theme8.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0405ABAD-12B0-1449-979D-A4CFD0D2FE64}"/>
              </a:ext>
            </a:extLst>
          </p:cNvPr>
          <p:cNvSpPr/>
          <p:nvPr userDrawn="1"/>
        </p:nvSpPr>
        <p:spPr>
          <a:xfrm rot="5400000">
            <a:off x="5027658" y="-306341"/>
            <a:ext cx="6858000" cy="7470683"/>
          </a:xfrm>
          <a:custGeom>
            <a:avLst/>
            <a:gdLst>
              <a:gd name="connsiteX0" fmla="*/ 0 w 6858000"/>
              <a:gd name="connsiteY0" fmla="*/ 7336536 h 7470683"/>
              <a:gd name="connsiteX1" fmla="*/ 0 w 6858000"/>
              <a:gd name="connsiteY1" fmla="*/ 0 h 7470683"/>
              <a:gd name="connsiteX2" fmla="*/ 2688336 w 6858000"/>
              <a:gd name="connsiteY2" fmla="*/ 0 h 7470683"/>
              <a:gd name="connsiteX3" fmla="*/ 4169664 w 6858000"/>
              <a:gd name="connsiteY3" fmla="*/ 0 h 7470683"/>
              <a:gd name="connsiteX4" fmla="*/ 6858000 w 6858000"/>
              <a:gd name="connsiteY4" fmla="*/ 0 h 7470683"/>
              <a:gd name="connsiteX5" fmla="*/ 6858000 w 6858000"/>
              <a:gd name="connsiteY5" fmla="*/ 6598954 h 7470683"/>
              <a:gd name="connsiteX6" fmla="*/ 6858000 w 6858000"/>
              <a:gd name="connsiteY6" fmla="*/ 6598954 h 7470683"/>
              <a:gd name="connsiteX7" fmla="*/ 6858000 w 6858000"/>
              <a:gd name="connsiteY7" fmla="*/ 6783060 h 7470683"/>
              <a:gd name="connsiteX8" fmla="*/ 4245031 w 6858000"/>
              <a:gd name="connsiteY8" fmla="*/ 6783060 h 7470683"/>
              <a:gd name="connsiteX9" fmla="*/ 4245031 w 6858000"/>
              <a:gd name="connsiteY9" fmla="*/ 7470683 h 7470683"/>
              <a:gd name="connsiteX10" fmla="*/ 3942 w 6858000"/>
              <a:gd name="connsiteY10" fmla="*/ 7470683 h 7470683"/>
              <a:gd name="connsiteX11" fmla="*/ 3942 w 6858000"/>
              <a:gd name="connsiteY11" fmla="*/ 7336536 h 7470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7470683">
                <a:moveTo>
                  <a:pt x="0" y="7336536"/>
                </a:moveTo>
                <a:lnTo>
                  <a:pt x="0" y="0"/>
                </a:lnTo>
                <a:lnTo>
                  <a:pt x="2688336" y="0"/>
                </a:lnTo>
                <a:lnTo>
                  <a:pt x="4169664" y="0"/>
                </a:lnTo>
                <a:lnTo>
                  <a:pt x="6858000" y="0"/>
                </a:lnTo>
                <a:lnTo>
                  <a:pt x="6858000" y="6598954"/>
                </a:lnTo>
                <a:lnTo>
                  <a:pt x="6858000" y="6598954"/>
                </a:lnTo>
                <a:lnTo>
                  <a:pt x="6858000" y="6783060"/>
                </a:lnTo>
                <a:lnTo>
                  <a:pt x="4245031" y="6783060"/>
                </a:lnTo>
                <a:lnTo>
                  <a:pt x="4245031" y="7470683"/>
                </a:lnTo>
                <a:lnTo>
                  <a:pt x="3942" y="7470683"/>
                </a:lnTo>
                <a:lnTo>
                  <a:pt x="3942" y="7336536"/>
                </a:lnTo>
                <a:close/>
              </a:path>
            </a:pathLst>
          </a:custGeom>
          <a:solidFill>
            <a:schemeClr val="bg1"/>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60BDDF48-D425-E447-903B-3ED20F5DB7D9}"/>
              </a:ext>
            </a:extLst>
          </p:cNvPr>
          <p:cNvGrpSpPr/>
          <p:nvPr userDrawn="1"/>
        </p:nvGrpSpPr>
        <p:grpSpPr>
          <a:xfrm>
            <a:off x="10012101" y="4676807"/>
            <a:ext cx="1641445" cy="1837559"/>
            <a:chOff x="6586188" y="1397117"/>
            <a:chExt cx="1906229" cy="2133977"/>
          </a:xfrm>
        </p:grpSpPr>
        <p:grpSp>
          <p:nvGrpSpPr>
            <p:cNvPr id="8" name="Group 7">
              <a:extLst>
                <a:ext uri="{FF2B5EF4-FFF2-40B4-BE49-F238E27FC236}">
                  <a16:creationId xmlns:a16="http://schemas.microsoft.com/office/drawing/2014/main" id="{E144E4EE-F727-1A4B-B2C5-AD3FB97ECEAA}"/>
                </a:ext>
              </a:extLst>
            </p:cNvPr>
            <p:cNvGrpSpPr/>
            <p:nvPr userDrawn="1"/>
          </p:nvGrpSpPr>
          <p:grpSpPr>
            <a:xfrm>
              <a:off x="6803922" y="1397117"/>
              <a:ext cx="1477296" cy="1459357"/>
              <a:chOff x="6725264" y="973313"/>
              <a:chExt cx="1801761" cy="1779882"/>
            </a:xfrm>
          </p:grpSpPr>
          <p:sp>
            <p:nvSpPr>
              <p:cNvPr id="10" name="Rectangle 9">
                <a:extLst>
                  <a:ext uri="{FF2B5EF4-FFF2-40B4-BE49-F238E27FC236}">
                    <a16:creationId xmlns:a16="http://schemas.microsoft.com/office/drawing/2014/main" id="{2AE472DC-7447-2D46-AEEA-915C9BEDB3ED}"/>
                  </a:ext>
                </a:extLst>
              </p:cNvPr>
              <p:cNvSpPr/>
              <p:nvPr userDrawn="1"/>
            </p:nvSpPr>
            <p:spPr>
              <a:xfrm>
                <a:off x="6725264" y="973313"/>
                <a:ext cx="1801761" cy="889941"/>
              </a:xfrm>
              <a:prstGeom prst="rect">
                <a:avLst/>
              </a:prstGeom>
              <a:solidFill>
                <a:srgbClr val="EE312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A4D9E722-69AA-5949-800C-ED924F79A50D}"/>
                  </a:ext>
                </a:extLst>
              </p:cNvPr>
              <p:cNvSpPr/>
              <p:nvPr userDrawn="1"/>
            </p:nvSpPr>
            <p:spPr>
              <a:xfrm>
                <a:off x="6725264" y="1863254"/>
                <a:ext cx="884904" cy="889941"/>
              </a:xfrm>
              <a:prstGeom prst="rect">
                <a:avLst/>
              </a:prstGeom>
              <a:solidFill>
                <a:srgbClr val="EE312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pic>
          <p:nvPicPr>
            <p:cNvPr id="9" name="Picture 8">
              <a:extLst>
                <a:ext uri="{FF2B5EF4-FFF2-40B4-BE49-F238E27FC236}">
                  <a16:creationId xmlns:a16="http://schemas.microsoft.com/office/drawing/2014/main" id="{1AF1CB98-9F30-1641-94D7-5DBEB36CC9B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586188" y="2785178"/>
              <a:ext cx="1906229" cy="745916"/>
            </a:xfrm>
            <a:prstGeom prst="rect">
              <a:avLst/>
            </a:prstGeom>
          </p:spPr>
        </p:pic>
      </p:grpSp>
    </p:spTree>
    <p:extLst>
      <p:ext uri="{BB962C8B-B14F-4D97-AF65-F5344CB8AC3E}">
        <p14:creationId xmlns:p14="http://schemas.microsoft.com/office/powerpoint/2010/main" val="1567824854"/>
      </p:ext>
    </p:extLst>
  </p:cSld>
  <p:clrMap bg1="lt1" tx1="dk1" bg2="lt2" tx2="dk2" accent1="accent1" accent2="accent2" accent3="accent3" accent4="accent4" accent5="accent5" accent6="accent6" hlink="hlink" folHlink="folHlink"/>
  <p:sldLayoutIdLst>
    <p:sldLayoutId id="2147483720" r:id="rId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5B7BBF1D-C7EF-8C47-82C0-B6A5E313AECD}"/>
              </a:ext>
            </a:extLst>
          </p:cNvPr>
          <p:cNvSpPr/>
          <p:nvPr userDrawn="1"/>
        </p:nvSpPr>
        <p:spPr>
          <a:xfrm>
            <a:off x="7417008" y="-3"/>
            <a:ext cx="4774992" cy="6858004"/>
          </a:xfrm>
          <a:custGeom>
            <a:avLst/>
            <a:gdLst>
              <a:gd name="connsiteX0" fmla="*/ 169498 w 4774992"/>
              <a:gd name="connsiteY0" fmla="*/ 0 h 6858004"/>
              <a:gd name="connsiteX1" fmla="*/ 4774992 w 4774992"/>
              <a:gd name="connsiteY1" fmla="*/ 1 h 6858004"/>
              <a:gd name="connsiteX2" fmla="*/ 4774992 w 4774992"/>
              <a:gd name="connsiteY2" fmla="*/ 6858001 h 6858004"/>
              <a:gd name="connsiteX3" fmla="*/ 4222334 w 4774992"/>
              <a:gd name="connsiteY3" fmla="*/ 6858001 h 6858004"/>
              <a:gd name="connsiteX4" fmla="*/ 4222335 w 4774992"/>
              <a:gd name="connsiteY4" fmla="*/ 6858002 h 6858004"/>
              <a:gd name="connsiteX5" fmla="*/ 4107287 w 4774992"/>
              <a:gd name="connsiteY5" fmla="*/ 6858002 h 6858004"/>
              <a:gd name="connsiteX6" fmla="*/ 4107288 w 4774992"/>
              <a:gd name="connsiteY6" fmla="*/ 6858004 h 6858004"/>
              <a:gd name="connsiteX7" fmla="*/ 3959467 w 4774992"/>
              <a:gd name="connsiteY7" fmla="*/ 6858004 h 6858004"/>
              <a:gd name="connsiteX8" fmla="*/ 0 w 4774992"/>
              <a:gd name="connsiteY8" fmla="*/ 4 h 6858004"/>
              <a:gd name="connsiteX9" fmla="*/ 115048 w 4774992"/>
              <a:gd name="connsiteY9" fmla="*/ 4 h 6858004"/>
              <a:gd name="connsiteX10" fmla="*/ 115047 w 4774992"/>
              <a:gd name="connsiteY10" fmla="*/ 2 h 6858004"/>
              <a:gd name="connsiteX11" fmla="*/ 169499 w 4774992"/>
              <a:gd name="connsiteY11" fmla="*/ 2 h 6858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74992" h="6858004">
                <a:moveTo>
                  <a:pt x="169498" y="0"/>
                </a:moveTo>
                <a:lnTo>
                  <a:pt x="4774992" y="1"/>
                </a:lnTo>
                <a:lnTo>
                  <a:pt x="4774992" y="6858001"/>
                </a:lnTo>
                <a:lnTo>
                  <a:pt x="4222334" y="6858001"/>
                </a:lnTo>
                <a:lnTo>
                  <a:pt x="4222335" y="6858002"/>
                </a:lnTo>
                <a:lnTo>
                  <a:pt x="4107287" y="6858002"/>
                </a:lnTo>
                <a:lnTo>
                  <a:pt x="4107288" y="6858004"/>
                </a:lnTo>
                <a:lnTo>
                  <a:pt x="3959467" y="6858004"/>
                </a:lnTo>
                <a:lnTo>
                  <a:pt x="0" y="4"/>
                </a:lnTo>
                <a:lnTo>
                  <a:pt x="115048" y="4"/>
                </a:lnTo>
                <a:lnTo>
                  <a:pt x="115047" y="2"/>
                </a:lnTo>
                <a:lnTo>
                  <a:pt x="169499" y="2"/>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icture containing clipart&#10;&#10;Description automatically generated">
            <a:extLst>
              <a:ext uri="{FF2B5EF4-FFF2-40B4-BE49-F238E27FC236}">
                <a16:creationId xmlns:a16="http://schemas.microsoft.com/office/drawing/2014/main" id="{D95111D2-786F-6746-879C-A5C79724E21F}"/>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16200000">
            <a:off x="9523119" y="1715029"/>
            <a:ext cx="4383910" cy="953853"/>
          </a:xfrm>
          <a:prstGeom prst="rect">
            <a:avLst/>
          </a:prstGeom>
        </p:spPr>
      </p:pic>
    </p:spTree>
    <p:extLst>
      <p:ext uri="{BB962C8B-B14F-4D97-AF65-F5344CB8AC3E}">
        <p14:creationId xmlns:p14="http://schemas.microsoft.com/office/powerpoint/2010/main" val="3890862217"/>
      </p:ext>
    </p:extLst>
  </p:cSld>
  <p:clrMap bg1="lt1" tx1="dk1" bg2="lt2" tx2="dk2" accent1="accent1" accent2="accent2" accent3="accent3" accent4="accent4" accent5="accent5" accent6="accent6" hlink="hlink" folHlink="folHlink"/>
  <p:sldLayoutIdLst>
    <p:sldLayoutId id="2147483670" r:id="rId1"/>
    <p:sldLayoutId id="2147483935"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6F0F46-EA29-7045-A915-67688C1EFE33}"/>
              </a:ext>
            </a:extLst>
          </p:cNvPr>
          <p:cNvPicPr>
            <a:picLocks noChangeAspect="1"/>
          </p:cNvPicPr>
          <p:nvPr userDrawn="1"/>
        </p:nvPicPr>
        <p:blipFill rotWithShape="1">
          <a:blip r:embed="rId17" cstate="screen">
            <a:extLst>
              <a:ext uri="{28A0092B-C50C-407E-A947-70E740481C1C}">
                <a14:useLocalDpi xmlns:a14="http://schemas.microsoft.com/office/drawing/2010/main"/>
              </a:ext>
            </a:extLst>
          </a:blip>
          <a:srcRect/>
          <a:stretch/>
        </p:blipFill>
        <p:spPr>
          <a:xfrm>
            <a:off x="9891583" y="6275056"/>
            <a:ext cx="1706400" cy="445147"/>
          </a:xfrm>
          <a:prstGeom prst="rect">
            <a:avLst/>
          </a:prstGeom>
        </p:spPr>
      </p:pic>
      <p:sp>
        <p:nvSpPr>
          <p:cNvPr id="13" name="TextBox 12">
            <a:extLst>
              <a:ext uri="{FF2B5EF4-FFF2-40B4-BE49-F238E27FC236}">
                <a16:creationId xmlns:a16="http://schemas.microsoft.com/office/drawing/2014/main" id="{C4B29A13-3843-C547-B4F1-0A7B6B8A5628}"/>
              </a:ext>
            </a:extLst>
          </p:cNvPr>
          <p:cNvSpPr txBox="1"/>
          <p:nvPr userDrawn="1"/>
        </p:nvSpPr>
        <p:spPr>
          <a:xfrm>
            <a:off x="4528457" y="6465209"/>
            <a:ext cx="3135086" cy="215444"/>
          </a:xfrm>
          <a:prstGeom prst="rect">
            <a:avLst/>
          </a:prstGeom>
          <a:noFill/>
        </p:spPr>
        <p:txBody>
          <a:bodyPr wrap="square" rtlCol="0">
            <a:spAutoFit/>
          </a:bodyPr>
          <a:lstStyle/>
          <a:p>
            <a:pPr algn="ctr"/>
            <a:r>
              <a:rPr lang="en-US" altLang="en-US" sz="800">
                <a:solidFill>
                  <a:schemeClr val="tx1">
                    <a:lumMod val="50000"/>
                    <a:lumOff val="50000"/>
                  </a:schemeClr>
                </a:solidFill>
                <a:ea typeface="Arial" charset="0"/>
                <a:cs typeface="Arial" charset="0"/>
              </a:rPr>
              <a:t>Resideo Confidential - © 2019 Resideo Technologies, Inc</a:t>
            </a:r>
            <a:endParaRPr lang="en-US" sz="800">
              <a:solidFill>
                <a:schemeClr val="tx1">
                  <a:lumMod val="50000"/>
                  <a:lumOff val="50000"/>
                </a:schemeClr>
              </a:solidFill>
            </a:endParaRPr>
          </a:p>
        </p:txBody>
      </p:sp>
      <p:sp>
        <p:nvSpPr>
          <p:cNvPr id="9" name="TextBox 8">
            <a:extLst>
              <a:ext uri="{FF2B5EF4-FFF2-40B4-BE49-F238E27FC236}">
                <a16:creationId xmlns:a16="http://schemas.microsoft.com/office/drawing/2014/main" id="{24A58B15-9CEF-F047-9127-4470A41FDC69}"/>
              </a:ext>
            </a:extLst>
          </p:cNvPr>
          <p:cNvSpPr txBox="1"/>
          <p:nvPr userDrawn="1"/>
        </p:nvSpPr>
        <p:spPr>
          <a:xfrm>
            <a:off x="195936" y="6443438"/>
            <a:ext cx="642264" cy="246221"/>
          </a:xfrm>
          <a:prstGeom prst="rect">
            <a:avLst/>
          </a:prstGeom>
          <a:noFill/>
        </p:spPr>
        <p:txBody>
          <a:bodyPr wrap="square" rtlCol="0">
            <a:spAutoFit/>
          </a:bodyPr>
          <a:lstStyle/>
          <a:p>
            <a:fld id="{3C291B5F-1E59-3447-9939-CD2AE96E39EF}" type="slidenum">
              <a:rPr lang="en-US" sz="1000" smtClean="0">
                <a:solidFill>
                  <a:schemeClr val="tx1">
                    <a:lumMod val="50000"/>
                    <a:lumOff val="50000"/>
                  </a:schemeClr>
                </a:solidFill>
              </a:rPr>
              <a:t>‹#›</a:t>
            </a:fld>
            <a:endParaRPr lang="en-US" sz="1000">
              <a:solidFill>
                <a:schemeClr val="tx1">
                  <a:lumMod val="50000"/>
                  <a:lumOff val="50000"/>
                </a:schemeClr>
              </a:solidFill>
            </a:endParaRPr>
          </a:p>
        </p:txBody>
      </p:sp>
      <p:sp>
        <p:nvSpPr>
          <p:cNvPr id="10" name="Triangle 8">
            <a:extLst>
              <a:ext uri="{FF2B5EF4-FFF2-40B4-BE49-F238E27FC236}">
                <a16:creationId xmlns:a16="http://schemas.microsoft.com/office/drawing/2014/main" id="{4F7DA261-F406-454D-8042-B872625902AA}"/>
              </a:ext>
            </a:extLst>
          </p:cNvPr>
          <p:cNvSpPr/>
          <p:nvPr userDrawn="1"/>
        </p:nvSpPr>
        <p:spPr>
          <a:xfrm flipH="1" flipV="1">
            <a:off x="9487995" y="-2"/>
            <a:ext cx="2704005" cy="4620769"/>
          </a:xfrm>
          <a:custGeom>
            <a:avLst/>
            <a:gdLst>
              <a:gd name="connsiteX0" fmla="*/ 0 w 1545771"/>
              <a:gd name="connsiteY0" fmla="*/ 1284514 h 1284514"/>
              <a:gd name="connsiteX1" fmla="*/ 772886 w 1545771"/>
              <a:gd name="connsiteY1" fmla="*/ 0 h 1284514"/>
              <a:gd name="connsiteX2" fmla="*/ 1545771 w 1545771"/>
              <a:gd name="connsiteY2" fmla="*/ 1284514 h 1284514"/>
              <a:gd name="connsiteX3" fmla="*/ 0 w 1545771"/>
              <a:gd name="connsiteY3" fmla="*/ 1284514 h 1284514"/>
              <a:gd name="connsiteX0" fmla="*/ 0 w 1545771"/>
              <a:gd name="connsiteY0" fmla="*/ 1469571 h 1469571"/>
              <a:gd name="connsiteX1" fmla="*/ 0 w 1545771"/>
              <a:gd name="connsiteY1" fmla="*/ 0 h 1469571"/>
              <a:gd name="connsiteX2" fmla="*/ 1545771 w 1545771"/>
              <a:gd name="connsiteY2" fmla="*/ 1469571 h 1469571"/>
              <a:gd name="connsiteX3" fmla="*/ 0 w 1545771"/>
              <a:gd name="connsiteY3" fmla="*/ 1469571 h 1469571"/>
              <a:gd name="connsiteX0" fmla="*/ 0 w 783771"/>
              <a:gd name="connsiteY0" fmla="*/ 1469571 h 1469571"/>
              <a:gd name="connsiteX1" fmla="*/ 0 w 783771"/>
              <a:gd name="connsiteY1" fmla="*/ 0 h 1469571"/>
              <a:gd name="connsiteX2" fmla="*/ 783771 w 783771"/>
              <a:gd name="connsiteY2" fmla="*/ 1469571 h 1469571"/>
              <a:gd name="connsiteX3" fmla="*/ 0 w 783771"/>
              <a:gd name="connsiteY3" fmla="*/ 1469571 h 1469571"/>
              <a:gd name="connsiteX0" fmla="*/ 0 w 859971"/>
              <a:gd name="connsiteY0" fmla="*/ 1469571 h 1469571"/>
              <a:gd name="connsiteX1" fmla="*/ 0 w 859971"/>
              <a:gd name="connsiteY1" fmla="*/ 0 h 1469571"/>
              <a:gd name="connsiteX2" fmla="*/ 859971 w 859971"/>
              <a:gd name="connsiteY2" fmla="*/ 1469571 h 1469571"/>
              <a:gd name="connsiteX3" fmla="*/ 0 w 859971"/>
              <a:gd name="connsiteY3" fmla="*/ 1469571 h 1469571"/>
            </a:gdLst>
            <a:ahLst/>
            <a:cxnLst>
              <a:cxn ang="0">
                <a:pos x="connsiteX0" y="connsiteY0"/>
              </a:cxn>
              <a:cxn ang="0">
                <a:pos x="connsiteX1" y="connsiteY1"/>
              </a:cxn>
              <a:cxn ang="0">
                <a:pos x="connsiteX2" y="connsiteY2"/>
              </a:cxn>
              <a:cxn ang="0">
                <a:pos x="connsiteX3" y="connsiteY3"/>
              </a:cxn>
            </a:cxnLst>
            <a:rect l="l" t="t" r="r" b="b"/>
            <a:pathLst>
              <a:path w="859971" h="1469571">
                <a:moveTo>
                  <a:pt x="0" y="1469571"/>
                </a:moveTo>
                <a:lnTo>
                  <a:pt x="0" y="0"/>
                </a:lnTo>
                <a:lnTo>
                  <a:pt x="859971" y="1469571"/>
                </a:lnTo>
                <a:lnTo>
                  <a:pt x="0" y="146957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Placeholder 1">
            <a:extLst>
              <a:ext uri="{FF2B5EF4-FFF2-40B4-BE49-F238E27FC236}">
                <a16:creationId xmlns:a16="http://schemas.microsoft.com/office/drawing/2014/main" id="{005AD7F8-3D55-044E-84AC-E24AF4C8999C}"/>
              </a:ext>
            </a:extLst>
          </p:cNvPr>
          <p:cNvSpPr>
            <a:spLocks noGrp="1"/>
          </p:cNvSpPr>
          <p:nvPr>
            <p:ph type="title"/>
          </p:nvPr>
        </p:nvSpPr>
        <p:spPr>
          <a:xfrm>
            <a:off x="746760" y="535939"/>
            <a:ext cx="10515600" cy="937579"/>
          </a:xfrm>
          <a:prstGeom prst="rect">
            <a:avLst/>
          </a:prstGeom>
        </p:spPr>
        <p:txBody>
          <a:bodyPr vert="horz" lIns="91440" tIns="45720" rIns="91440" bIns="45720" rtlCol="0" anchor="ctr">
            <a:normAutofit/>
          </a:bodyPr>
          <a:lstStyle/>
          <a:p>
            <a:r>
              <a:rPr lang="en-US"/>
              <a:t>Click To Edit Master Title Style</a:t>
            </a:r>
          </a:p>
        </p:txBody>
      </p:sp>
      <p:sp>
        <p:nvSpPr>
          <p:cNvPr id="19" name="Text Placeholder 2">
            <a:extLst>
              <a:ext uri="{FF2B5EF4-FFF2-40B4-BE49-F238E27FC236}">
                <a16:creationId xmlns:a16="http://schemas.microsoft.com/office/drawing/2014/main" id="{13CE79DF-8FF0-2041-9163-ABB15AFAFF0D}"/>
              </a:ext>
            </a:extLst>
          </p:cNvPr>
          <p:cNvSpPr>
            <a:spLocks noGrp="1"/>
          </p:cNvSpPr>
          <p:nvPr>
            <p:ph type="body" idx="1"/>
          </p:nvPr>
        </p:nvSpPr>
        <p:spPr>
          <a:xfrm>
            <a:off x="746760" y="1745615"/>
            <a:ext cx="10515600" cy="402653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4324199"/>
      </p:ext>
    </p:extLst>
  </p:cSld>
  <p:clrMap bg1="lt1" tx1="dk1" bg2="lt2" tx2="dk2" accent1="accent1" accent2="accent2" accent3="accent3" accent4="accent4" accent5="accent5" accent6="accent6" hlink="hlink" folHlink="folHlink"/>
  <p:sldLayoutIdLst>
    <p:sldLayoutId id="2147483942" r:id="rId1"/>
    <p:sldLayoutId id="2147483939" r:id="rId2"/>
    <p:sldLayoutId id="2147483940" r:id="rId3"/>
    <p:sldLayoutId id="2147483941" r:id="rId4"/>
    <p:sldLayoutId id="2147483943" r:id="rId5"/>
    <p:sldLayoutId id="2147483944" r:id="rId6"/>
    <p:sldLayoutId id="2147483947" r:id="rId7"/>
    <p:sldLayoutId id="2147483945" r:id="rId8"/>
    <p:sldLayoutId id="2147483946" r:id="rId9"/>
    <p:sldLayoutId id="2147483948" r:id="rId10"/>
    <p:sldLayoutId id="2147483923" r:id="rId11"/>
    <p:sldLayoutId id="2147483949" r:id="rId12"/>
    <p:sldLayoutId id="2147483925" r:id="rId13"/>
    <p:sldLayoutId id="2147483954" r:id="rId14"/>
    <p:sldLayoutId id="2147483924" r:id="rId15"/>
  </p:sldLayoutIdLst>
  <p:hf sldNum="0" hdr="0" ftr="0" dt="0"/>
  <p:txStyles>
    <p:titleStyle>
      <a:lvl1pPr algn="l" defTabSz="914400" rtl="0" eaLnBrk="1" latinLnBrk="0" hangingPunct="1">
        <a:lnSpc>
          <a:spcPct val="90000"/>
        </a:lnSpc>
        <a:spcBef>
          <a:spcPct val="0"/>
        </a:spcBef>
        <a:buNone/>
        <a:defRPr sz="3200" b="1" i="0" kern="1200">
          <a:solidFill>
            <a:schemeClr val="tx1"/>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56">
          <p15:clr>
            <a:srgbClr val="F26B43"/>
          </p15:clr>
        </p15:guide>
        <p15:guide id="2" pos="55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riangle 8">
            <a:extLst>
              <a:ext uri="{FF2B5EF4-FFF2-40B4-BE49-F238E27FC236}">
                <a16:creationId xmlns:a16="http://schemas.microsoft.com/office/drawing/2014/main" id="{3FEC3A2F-FB59-794A-8EEA-7D0962457278}"/>
              </a:ext>
            </a:extLst>
          </p:cNvPr>
          <p:cNvSpPr/>
          <p:nvPr userDrawn="1"/>
        </p:nvSpPr>
        <p:spPr>
          <a:xfrm flipV="1">
            <a:off x="0" y="-3"/>
            <a:ext cx="1163782" cy="1988743"/>
          </a:xfrm>
          <a:custGeom>
            <a:avLst/>
            <a:gdLst>
              <a:gd name="connsiteX0" fmla="*/ 0 w 1545771"/>
              <a:gd name="connsiteY0" fmla="*/ 1284514 h 1284514"/>
              <a:gd name="connsiteX1" fmla="*/ 772886 w 1545771"/>
              <a:gd name="connsiteY1" fmla="*/ 0 h 1284514"/>
              <a:gd name="connsiteX2" fmla="*/ 1545771 w 1545771"/>
              <a:gd name="connsiteY2" fmla="*/ 1284514 h 1284514"/>
              <a:gd name="connsiteX3" fmla="*/ 0 w 1545771"/>
              <a:gd name="connsiteY3" fmla="*/ 1284514 h 1284514"/>
              <a:gd name="connsiteX0" fmla="*/ 0 w 1545771"/>
              <a:gd name="connsiteY0" fmla="*/ 1469571 h 1469571"/>
              <a:gd name="connsiteX1" fmla="*/ 0 w 1545771"/>
              <a:gd name="connsiteY1" fmla="*/ 0 h 1469571"/>
              <a:gd name="connsiteX2" fmla="*/ 1545771 w 1545771"/>
              <a:gd name="connsiteY2" fmla="*/ 1469571 h 1469571"/>
              <a:gd name="connsiteX3" fmla="*/ 0 w 1545771"/>
              <a:gd name="connsiteY3" fmla="*/ 1469571 h 1469571"/>
              <a:gd name="connsiteX0" fmla="*/ 0 w 783771"/>
              <a:gd name="connsiteY0" fmla="*/ 1469571 h 1469571"/>
              <a:gd name="connsiteX1" fmla="*/ 0 w 783771"/>
              <a:gd name="connsiteY1" fmla="*/ 0 h 1469571"/>
              <a:gd name="connsiteX2" fmla="*/ 783771 w 783771"/>
              <a:gd name="connsiteY2" fmla="*/ 1469571 h 1469571"/>
              <a:gd name="connsiteX3" fmla="*/ 0 w 783771"/>
              <a:gd name="connsiteY3" fmla="*/ 1469571 h 1469571"/>
              <a:gd name="connsiteX0" fmla="*/ 0 w 859971"/>
              <a:gd name="connsiteY0" fmla="*/ 1469571 h 1469571"/>
              <a:gd name="connsiteX1" fmla="*/ 0 w 859971"/>
              <a:gd name="connsiteY1" fmla="*/ 0 h 1469571"/>
              <a:gd name="connsiteX2" fmla="*/ 859971 w 859971"/>
              <a:gd name="connsiteY2" fmla="*/ 1469571 h 1469571"/>
              <a:gd name="connsiteX3" fmla="*/ 0 w 859971"/>
              <a:gd name="connsiteY3" fmla="*/ 1469571 h 1469571"/>
            </a:gdLst>
            <a:ahLst/>
            <a:cxnLst>
              <a:cxn ang="0">
                <a:pos x="connsiteX0" y="connsiteY0"/>
              </a:cxn>
              <a:cxn ang="0">
                <a:pos x="connsiteX1" y="connsiteY1"/>
              </a:cxn>
              <a:cxn ang="0">
                <a:pos x="connsiteX2" y="connsiteY2"/>
              </a:cxn>
              <a:cxn ang="0">
                <a:pos x="connsiteX3" y="connsiteY3"/>
              </a:cxn>
            </a:cxnLst>
            <a:rect l="l" t="t" r="r" b="b"/>
            <a:pathLst>
              <a:path w="859971" h="1469571">
                <a:moveTo>
                  <a:pt x="0" y="1469571"/>
                </a:moveTo>
                <a:lnTo>
                  <a:pt x="0" y="0"/>
                </a:lnTo>
                <a:lnTo>
                  <a:pt x="859971" y="1469571"/>
                </a:lnTo>
                <a:lnTo>
                  <a:pt x="0" y="146957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4BE301FB-D060-A742-9537-1D261A6F26F7}"/>
              </a:ext>
            </a:extLst>
          </p:cNvPr>
          <p:cNvSpPr/>
          <p:nvPr userDrawn="1"/>
        </p:nvSpPr>
        <p:spPr>
          <a:xfrm flipV="1">
            <a:off x="7417008" y="-3"/>
            <a:ext cx="4774992" cy="6858004"/>
          </a:xfrm>
          <a:custGeom>
            <a:avLst/>
            <a:gdLst>
              <a:gd name="connsiteX0" fmla="*/ 169498 w 4774992"/>
              <a:gd name="connsiteY0" fmla="*/ 0 h 6858004"/>
              <a:gd name="connsiteX1" fmla="*/ 4774992 w 4774992"/>
              <a:gd name="connsiteY1" fmla="*/ 1 h 6858004"/>
              <a:gd name="connsiteX2" fmla="*/ 4774992 w 4774992"/>
              <a:gd name="connsiteY2" fmla="*/ 6858001 h 6858004"/>
              <a:gd name="connsiteX3" fmla="*/ 4222334 w 4774992"/>
              <a:gd name="connsiteY3" fmla="*/ 6858001 h 6858004"/>
              <a:gd name="connsiteX4" fmla="*/ 4222335 w 4774992"/>
              <a:gd name="connsiteY4" fmla="*/ 6858002 h 6858004"/>
              <a:gd name="connsiteX5" fmla="*/ 4107287 w 4774992"/>
              <a:gd name="connsiteY5" fmla="*/ 6858002 h 6858004"/>
              <a:gd name="connsiteX6" fmla="*/ 4107288 w 4774992"/>
              <a:gd name="connsiteY6" fmla="*/ 6858004 h 6858004"/>
              <a:gd name="connsiteX7" fmla="*/ 3959467 w 4774992"/>
              <a:gd name="connsiteY7" fmla="*/ 6858004 h 6858004"/>
              <a:gd name="connsiteX8" fmla="*/ 0 w 4774992"/>
              <a:gd name="connsiteY8" fmla="*/ 4 h 6858004"/>
              <a:gd name="connsiteX9" fmla="*/ 115048 w 4774992"/>
              <a:gd name="connsiteY9" fmla="*/ 4 h 6858004"/>
              <a:gd name="connsiteX10" fmla="*/ 115047 w 4774992"/>
              <a:gd name="connsiteY10" fmla="*/ 2 h 6858004"/>
              <a:gd name="connsiteX11" fmla="*/ 169499 w 4774992"/>
              <a:gd name="connsiteY11" fmla="*/ 2 h 6858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74992" h="6858004">
                <a:moveTo>
                  <a:pt x="169498" y="0"/>
                </a:moveTo>
                <a:lnTo>
                  <a:pt x="4774992" y="1"/>
                </a:lnTo>
                <a:lnTo>
                  <a:pt x="4774992" y="6858001"/>
                </a:lnTo>
                <a:lnTo>
                  <a:pt x="4222334" y="6858001"/>
                </a:lnTo>
                <a:lnTo>
                  <a:pt x="4222335" y="6858002"/>
                </a:lnTo>
                <a:lnTo>
                  <a:pt x="4107287" y="6858002"/>
                </a:lnTo>
                <a:lnTo>
                  <a:pt x="4107288" y="6858004"/>
                </a:lnTo>
                <a:lnTo>
                  <a:pt x="3959467" y="6858004"/>
                </a:lnTo>
                <a:lnTo>
                  <a:pt x="0" y="4"/>
                </a:lnTo>
                <a:lnTo>
                  <a:pt x="115048" y="4"/>
                </a:lnTo>
                <a:lnTo>
                  <a:pt x="115047" y="2"/>
                </a:lnTo>
                <a:lnTo>
                  <a:pt x="169499" y="2"/>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B89BAB0-B65C-924D-8F63-B7493D86CA26}"/>
              </a:ext>
            </a:extLst>
          </p:cNvPr>
          <p:cNvSpPr txBox="1"/>
          <p:nvPr userDrawn="1"/>
        </p:nvSpPr>
        <p:spPr>
          <a:xfrm>
            <a:off x="740225" y="6465209"/>
            <a:ext cx="3135086" cy="215444"/>
          </a:xfrm>
          <a:prstGeom prst="rect">
            <a:avLst/>
          </a:prstGeom>
          <a:noFill/>
        </p:spPr>
        <p:txBody>
          <a:bodyPr wrap="square" rtlCol="0">
            <a:spAutoFit/>
          </a:bodyPr>
          <a:lstStyle/>
          <a:p>
            <a:r>
              <a:rPr lang="en-US" altLang="en-US" sz="800">
                <a:solidFill>
                  <a:schemeClr val="tx1">
                    <a:lumMod val="50000"/>
                    <a:lumOff val="50000"/>
                  </a:schemeClr>
                </a:solidFill>
                <a:ea typeface="Arial" charset="0"/>
                <a:cs typeface="Arial" charset="0"/>
              </a:rPr>
              <a:t>Resideo Confidential - © 2019 Resideo Technologies, Inc</a:t>
            </a:r>
            <a:endParaRPr lang="en-US" sz="800">
              <a:solidFill>
                <a:schemeClr val="tx1">
                  <a:lumMod val="50000"/>
                  <a:lumOff val="50000"/>
                </a:schemeClr>
              </a:solidFill>
            </a:endParaRPr>
          </a:p>
        </p:txBody>
      </p:sp>
      <p:sp>
        <p:nvSpPr>
          <p:cNvPr id="11" name="TextBox 10">
            <a:extLst>
              <a:ext uri="{FF2B5EF4-FFF2-40B4-BE49-F238E27FC236}">
                <a16:creationId xmlns:a16="http://schemas.microsoft.com/office/drawing/2014/main" id="{1C8D1D24-703E-F944-B4E1-769659FED6D9}"/>
              </a:ext>
            </a:extLst>
          </p:cNvPr>
          <p:cNvSpPr txBox="1"/>
          <p:nvPr userDrawn="1"/>
        </p:nvSpPr>
        <p:spPr>
          <a:xfrm>
            <a:off x="195936" y="6443438"/>
            <a:ext cx="381000" cy="246221"/>
          </a:xfrm>
          <a:prstGeom prst="rect">
            <a:avLst/>
          </a:prstGeom>
          <a:noFill/>
        </p:spPr>
        <p:txBody>
          <a:bodyPr wrap="square" rtlCol="0">
            <a:spAutoFit/>
          </a:bodyPr>
          <a:lstStyle/>
          <a:p>
            <a:fld id="{3C291B5F-1E59-3447-9939-CD2AE96E39EF}" type="slidenum">
              <a:rPr lang="en-US" sz="1000" smtClean="0">
                <a:solidFill>
                  <a:schemeClr val="tx1">
                    <a:lumMod val="50000"/>
                    <a:lumOff val="50000"/>
                  </a:schemeClr>
                </a:solidFill>
              </a:rPr>
              <a:t>‹#›</a:t>
            </a:fld>
            <a:endParaRPr lang="en-US" sz="1000">
              <a:solidFill>
                <a:schemeClr val="tx1">
                  <a:lumMod val="50000"/>
                  <a:lumOff val="50000"/>
                </a:schemeClr>
              </a:solidFill>
            </a:endParaRPr>
          </a:p>
        </p:txBody>
      </p:sp>
      <p:pic>
        <p:nvPicPr>
          <p:cNvPr id="12" name="Picture 11">
            <a:extLst>
              <a:ext uri="{FF2B5EF4-FFF2-40B4-BE49-F238E27FC236}">
                <a16:creationId xmlns:a16="http://schemas.microsoft.com/office/drawing/2014/main" id="{1112C54B-05A2-2A41-8CEA-2072BC00250E}"/>
              </a:ext>
            </a:extLst>
          </p:cNvPr>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9901009" y="6129636"/>
            <a:ext cx="1706399" cy="665311"/>
          </a:xfrm>
          <a:prstGeom prst="rect">
            <a:avLst/>
          </a:prstGeom>
        </p:spPr>
      </p:pic>
      <p:sp>
        <p:nvSpPr>
          <p:cNvPr id="13" name="Title Placeholder 1">
            <a:extLst>
              <a:ext uri="{FF2B5EF4-FFF2-40B4-BE49-F238E27FC236}">
                <a16:creationId xmlns:a16="http://schemas.microsoft.com/office/drawing/2014/main" id="{9B1C5AE0-CECB-B546-B072-CDFCB9E2EEA7}"/>
              </a:ext>
            </a:extLst>
          </p:cNvPr>
          <p:cNvSpPr>
            <a:spLocks noGrp="1"/>
          </p:cNvSpPr>
          <p:nvPr>
            <p:ph type="title"/>
          </p:nvPr>
        </p:nvSpPr>
        <p:spPr>
          <a:xfrm>
            <a:off x="1019908" y="535939"/>
            <a:ext cx="10242452" cy="937579"/>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3155931703"/>
      </p:ext>
    </p:extLst>
  </p:cSld>
  <p:clrMap bg1="lt1" tx1="dk1" bg2="lt2" tx2="dk2" accent1="accent1" accent2="accent2" accent3="accent3" accent4="accent4" accent5="accent5" accent6="accent6" hlink="hlink" folHlink="folHlink"/>
  <p:sldLayoutIdLst>
    <p:sldLayoutId id="2147483901" r:id="rId1"/>
    <p:sldLayoutId id="2147483877" r:id="rId2"/>
    <p:sldLayoutId id="2147483918" r:id="rId3"/>
    <p:sldLayoutId id="2147483712" r:id="rId4"/>
    <p:sldLayoutId id="2147483811" r:id="rId5"/>
    <p:sldLayoutId id="2147483711" r:id="rId6"/>
    <p:sldLayoutId id="2147483937" r:id="rId7"/>
    <p:sldLayoutId id="2147483714" r:id="rId8"/>
    <p:sldLayoutId id="2147483717" r:id="rId9"/>
    <p:sldLayoutId id="2147483713" r:id="rId10"/>
    <p:sldLayoutId id="2147483936" r:id="rId11"/>
    <p:sldLayoutId id="2147483938" r:id="rId12"/>
    <p:sldLayoutId id="2147483956" r:id="rId13"/>
  </p:sldLayoutIdLst>
  <p:txStyles>
    <p:titleStyle>
      <a:lvl1pPr algn="l" defTabSz="914400" rtl="0" eaLnBrk="1" latinLnBrk="0" hangingPunct="1">
        <a:lnSpc>
          <a:spcPct val="90000"/>
        </a:lnSpc>
        <a:spcBef>
          <a:spcPct val="0"/>
        </a:spcBef>
        <a:buNone/>
        <a:defRPr sz="3200" b="1" i="0" kern="1200">
          <a:solidFill>
            <a:schemeClr val="tx1"/>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riangle 8">
            <a:extLst>
              <a:ext uri="{FF2B5EF4-FFF2-40B4-BE49-F238E27FC236}">
                <a16:creationId xmlns:a16="http://schemas.microsoft.com/office/drawing/2014/main" id="{D224878F-BC94-CA4D-910E-BFBB97EF312A}"/>
              </a:ext>
            </a:extLst>
          </p:cNvPr>
          <p:cNvSpPr>
            <a:spLocks noChangeAspect="1"/>
          </p:cNvSpPr>
          <p:nvPr userDrawn="1"/>
        </p:nvSpPr>
        <p:spPr>
          <a:xfrm rot="10800000" flipV="1">
            <a:off x="9307150" y="1928191"/>
            <a:ext cx="2884849" cy="4929810"/>
          </a:xfrm>
          <a:custGeom>
            <a:avLst/>
            <a:gdLst>
              <a:gd name="connsiteX0" fmla="*/ 0 w 1545771"/>
              <a:gd name="connsiteY0" fmla="*/ 1284514 h 1284514"/>
              <a:gd name="connsiteX1" fmla="*/ 772886 w 1545771"/>
              <a:gd name="connsiteY1" fmla="*/ 0 h 1284514"/>
              <a:gd name="connsiteX2" fmla="*/ 1545771 w 1545771"/>
              <a:gd name="connsiteY2" fmla="*/ 1284514 h 1284514"/>
              <a:gd name="connsiteX3" fmla="*/ 0 w 1545771"/>
              <a:gd name="connsiteY3" fmla="*/ 1284514 h 1284514"/>
              <a:gd name="connsiteX0" fmla="*/ 0 w 1545771"/>
              <a:gd name="connsiteY0" fmla="*/ 1469571 h 1469571"/>
              <a:gd name="connsiteX1" fmla="*/ 0 w 1545771"/>
              <a:gd name="connsiteY1" fmla="*/ 0 h 1469571"/>
              <a:gd name="connsiteX2" fmla="*/ 1545771 w 1545771"/>
              <a:gd name="connsiteY2" fmla="*/ 1469571 h 1469571"/>
              <a:gd name="connsiteX3" fmla="*/ 0 w 1545771"/>
              <a:gd name="connsiteY3" fmla="*/ 1469571 h 1469571"/>
              <a:gd name="connsiteX0" fmla="*/ 0 w 783771"/>
              <a:gd name="connsiteY0" fmla="*/ 1469571 h 1469571"/>
              <a:gd name="connsiteX1" fmla="*/ 0 w 783771"/>
              <a:gd name="connsiteY1" fmla="*/ 0 h 1469571"/>
              <a:gd name="connsiteX2" fmla="*/ 783771 w 783771"/>
              <a:gd name="connsiteY2" fmla="*/ 1469571 h 1469571"/>
              <a:gd name="connsiteX3" fmla="*/ 0 w 783771"/>
              <a:gd name="connsiteY3" fmla="*/ 1469571 h 1469571"/>
              <a:gd name="connsiteX0" fmla="*/ 0 w 859971"/>
              <a:gd name="connsiteY0" fmla="*/ 1469571 h 1469571"/>
              <a:gd name="connsiteX1" fmla="*/ 0 w 859971"/>
              <a:gd name="connsiteY1" fmla="*/ 0 h 1469571"/>
              <a:gd name="connsiteX2" fmla="*/ 859971 w 859971"/>
              <a:gd name="connsiteY2" fmla="*/ 1469571 h 1469571"/>
              <a:gd name="connsiteX3" fmla="*/ 0 w 859971"/>
              <a:gd name="connsiteY3" fmla="*/ 1469571 h 1469571"/>
            </a:gdLst>
            <a:ahLst/>
            <a:cxnLst>
              <a:cxn ang="0">
                <a:pos x="connsiteX0" y="connsiteY0"/>
              </a:cxn>
              <a:cxn ang="0">
                <a:pos x="connsiteX1" y="connsiteY1"/>
              </a:cxn>
              <a:cxn ang="0">
                <a:pos x="connsiteX2" y="connsiteY2"/>
              </a:cxn>
              <a:cxn ang="0">
                <a:pos x="connsiteX3" y="connsiteY3"/>
              </a:cxn>
            </a:cxnLst>
            <a:rect l="l" t="t" r="r" b="b"/>
            <a:pathLst>
              <a:path w="859971" h="1469571">
                <a:moveTo>
                  <a:pt x="0" y="1469571"/>
                </a:moveTo>
                <a:lnTo>
                  <a:pt x="0" y="0"/>
                </a:lnTo>
                <a:lnTo>
                  <a:pt x="859971" y="1469571"/>
                </a:lnTo>
                <a:lnTo>
                  <a:pt x="0" y="146957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8">
            <a:extLst>
              <a:ext uri="{FF2B5EF4-FFF2-40B4-BE49-F238E27FC236}">
                <a16:creationId xmlns:a16="http://schemas.microsoft.com/office/drawing/2014/main" id="{94300ADA-3842-A147-A931-311C370DB337}"/>
              </a:ext>
            </a:extLst>
          </p:cNvPr>
          <p:cNvSpPr>
            <a:spLocks noChangeAspect="1"/>
          </p:cNvSpPr>
          <p:nvPr userDrawn="1"/>
        </p:nvSpPr>
        <p:spPr>
          <a:xfrm flipV="1">
            <a:off x="0" y="0"/>
            <a:ext cx="4013197" cy="6858000"/>
          </a:xfrm>
          <a:custGeom>
            <a:avLst/>
            <a:gdLst>
              <a:gd name="connsiteX0" fmla="*/ 0 w 1545771"/>
              <a:gd name="connsiteY0" fmla="*/ 1284514 h 1284514"/>
              <a:gd name="connsiteX1" fmla="*/ 772886 w 1545771"/>
              <a:gd name="connsiteY1" fmla="*/ 0 h 1284514"/>
              <a:gd name="connsiteX2" fmla="*/ 1545771 w 1545771"/>
              <a:gd name="connsiteY2" fmla="*/ 1284514 h 1284514"/>
              <a:gd name="connsiteX3" fmla="*/ 0 w 1545771"/>
              <a:gd name="connsiteY3" fmla="*/ 1284514 h 1284514"/>
              <a:gd name="connsiteX0" fmla="*/ 0 w 1545771"/>
              <a:gd name="connsiteY0" fmla="*/ 1469571 h 1469571"/>
              <a:gd name="connsiteX1" fmla="*/ 0 w 1545771"/>
              <a:gd name="connsiteY1" fmla="*/ 0 h 1469571"/>
              <a:gd name="connsiteX2" fmla="*/ 1545771 w 1545771"/>
              <a:gd name="connsiteY2" fmla="*/ 1469571 h 1469571"/>
              <a:gd name="connsiteX3" fmla="*/ 0 w 1545771"/>
              <a:gd name="connsiteY3" fmla="*/ 1469571 h 1469571"/>
              <a:gd name="connsiteX0" fmla="*/ 0 w 783771"/>
              <a:gd name="connsiteY0" fmla="*/ 1469571 h 1469571"/>
              <a:gd name="connsiteX1" fmla="*/ 0 w 783771"/>
              <a:gd name="connsiteY1" fmla="*/ 0 h 1469571"/>
              <a:gd name="connsiteX2" fmla="*/ 783771 w 783771"/>
              <a:gd name="connsiteY2" fmla="*/ 1469571 h 1469571"/>
              <a:gd name="connsiteX3" fmla="*/ 0 w 783771"/>
              <a:gd name="connsiteY3" fmla="*/ 1469571 h 1469571"/>
              <a:gd name="connsiteX0" fmla="*/ 0 w 859971"/>
              <a:gd name="connsiteY0" fmla="*/ 1469571 h 1469571"/>
              <a:gd name="connsiteX1" fmla="*/ 0 w 859971"/>
              <a:gd name="connsiteY1" fmla="*/ 0 h 1469571"/>
              <a:gd name="connsiteX2" fmla="*/ 859971 w 859971"/>
              <a:gd name="connsiteY2" fmla="*/ 1469571 h 1469571"/>
              <a:gd name="connsiteX3" fmla="*/ 0 w 859971"/>
              <a:gd name="connsiteY3" fmla="*/ 1469571 h 1469571"/>
            </a:gdLst>
            <a:ahLst/>
            <a:cxnLst>
              <a:cxn ang="0">
                <a:pos x="connsiteX0" y="connsiteY0"/>
              </a:cxn>
              <a:cxn ang="0">
                <a:pos x="connsiteX1" y="connsiteY1"/>
              </a:cxn>
              <a:cxn ang="0">
                <a:pos x="connsiteX2" y="connsiteY2"/>
              </a:cxn>
              <a:cxn ang="0">
                <a:pos x="connsiteX3" y="connsiteY3"/>
              </a:cxn>
            </a:cxnLst>
            <a:rect l="l" t="t" r="r" b="b"/>
            <a:pathLst>
              <a:path w="859971" h="1469571">
                <a:moveTo>
                  <a:pt x="0" y="1469571"/>
                </a:moveTo>
                <a:lnTo>
                  <a:pt x="0" y="0"/>
                </a:lnTo>
                <a:lnTo>
                  <a:pt x="859971" y="1469571"/>
                </a:lnTo>
                <a:lnTo>
                  <a:pt x="0" y="146957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3CE99E33-3C06-4346-BE77-57DB426A30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01009" y="6129636"/>
            <a:ext cx="1706399" cy="665311"/>
          </a:xfrm>
          <a:prstGeom prst="rect">
            <a:avLst/>
          </a:prstGeom>
        </p:spPr>
      </p:pic>
      <p:sp>
        <p:nvSpPr>
          <p:cNvPr id="6" name="TextBox 5">
            <a:extLst>
              <a:ext uri="{FF2B5EF4-FFF2-40B4-BE49-F238E27FC236}">
                <a16:creationId xmlns:a16="http://schemas.microsoft.com/office/drawing/2014/main" id="{DD3743A2-1DB5-284F-8421-4251B912CBEA}"/>
              </a:ext>
            </a:extLst>
          </p:cNvPr>
          <p:cNvSpPr txBox="1"/>
          <p:nvPr userDrawn="1"/>
        </p:nvSpPr>
        <p:spPr>
          <a:xfrm>
            <a:off x="584592" y="6443438"/>
            <a:ext cx="642264" cy="246221"/>
          </a:xfrm>
          <a:prstGeom prst="rect">
            <a:avLst/>
          </a:prstGeom>
          <a:noFill/>
        </p:spPr>
        <p:txBody>
          <a:bodyPr wrap="square" rtlCol="0">
            <a:spAutoFit/>
          </a:bodyPr>
          <a:lstStyle/>
          <a:p>
            <a:fld id="{3C291B5F-1E59-3447-9939-CD2AE96E39EF}" type="slidenum">
              <a:rPr lang="en-US" sz="1000" smtClean="0">
                <a:solidFill>
                  <a:schemeClr val="tx1">
                    <a:lumMod val="50000"/>
                    <a:lumOff val="50000"/>
                  </a:schemeClr>
                </a:solidFill>
              </a:rPr>
              <a:pPr/>
              <a:t>‹#›</a:t>
            </a:fld>
            <a:endParaRPr lang="en-US" sz="1000">
              <a:solidFill>
                <a:schemeClr val="bg1"/>
              </a:solidFill>
            </a:endParaRPr>
          </a:p>
        </p:txBody>
      </p:sp>
    </p:spTree>
    <p:extLst>
      <p:ext uri="{BB962C8B-B14F-4D97-AF65-F5344CB8AC3E}">
        <p14:creationId xmlns:p14="http://schemas.microsoft.com/office/powerpoint/2010/main" val="1664257813"/>
      </p:ext>
    </p:extLst>
  </p:cSld>
  <p:clrMap bg1="lt1" tx1="dk1" bg2="lt2" tx2="dk2" accent1="accent1" accent2="accent2" accent3="accent3" accent4="accent4" accent5="accent5" accent6="accent6" hlink="hlink" folHlink="folHlink"/>
  <p:sldLayoutIdLst>
    <p:sldLayoutId id="21474839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36ED0F-081F-CF4D-B18B-54FAC03F18A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9891583" y="6275056"/>
            <a:ext cx="1706400" cy="445147"/>
          </a:xfrm>
          <a:prstGeom prst="rect">
            <a:avLst/>
          </a:prstGeom>
        </p:spPr>
      </p:pic>
      <p:sp>
        <p:nvSpPr>
          <p:cNvPr id="4" name="TextBox 3">
            <a:extLst>
              <a:ext uri="{FF2B5EF4-FFF2-40B4-BE49-F238E27FC236}">
                <a16:creationId xmlns:a16="http://schemas.microsoft.com/office/drawing/2014/main" id="{56708F03-C554-254D-A709-CED6375248A6}"/>
              </a:ext>
            </a:extLst>
          </p:cNvPr>
          <p:cNvSpPr txBox="1"/>
          <p:nvPr userDrawn="1"/>
        </p:nvSpPr>
        <p:spPr>
          <a:xfrm>
            <a:off x="4528457" y="6465209"/>
            <a:ext cx="3135086" cy="215444"/>
          </a:xfrm>
          <a:prstGeom prst="rect">
            <a:avLst/>
          </a:prstGeom>
          <a:noFill/>
        </p:spPr>
        <p:txBody>
          <a:bodyPr wrap="square" rtlCol="0">
            <a:spAutoFit/>
          </a:bodyPr>
          <a:lstStyle/>
          <a:p>
            <a:pPr algn="ctr"/>
            <a:r>
              <a:rPr lang="en-US" altLang="en-US" sz="800">
                <a:solidFill>
                  <a:schemeClr val="tx1">
                    <a:lumMod val="50000"/>
                    <a:lumOff val="50000"/>
                  </a:schemeClr>
                </a:solidFill>
                <a:ea typeface="Arial" charset="0"/>
                <a:cs typeface="Arial" charset="0"/>
              </a:rPr>
              <a:t>Resideo Confidential - © 2019 Resideo Technologies, Inc</a:t>
            </a:r>
            <a:endParaRPr lang="en-US" sz="800">
              <a:solidFill>
                <a:schemeClr val="tx1">
                  <a:lumMod val="50000"/>
                  <a:lumOff val="50000"/>
                </a:schemeClr>
              </a:solidFill>
            </a:endParaRPr>
          </a:p>
        </p:txBody>
      </p:sp>
      <p:sp>
        <p:nvSpPr>
          <p:cNvPr id="5" name="TextBox 4">
            <a:extLst>
              <a:ext uri="{FF2B5EF4-FFF2-40B4-BE49-F238E27FC236}">
                <a16:creationId xmlns:a16="http://schemas.microsoft.com/office/drawing/2014/main" id="{2368DF9C-46C3-E746-91E2-E6E5B1B55B9A}"/>
              </a:ext>
            </a:extLst>
          </p:cNvPr>
          <p:cNvSpPr txBox="1"/>
          <p:nvPr userDrawn="1"/>
        </p:nvSpPr>
        <p:spPr>
          <a:xfrm>
            <a:off x="195936" y="6443438"/>
            <a:ext cx="381000" cy="246221"/>
          </a:xfrm>
          <a:prstGeom prst="rect">
            <a:avLst/>
          </a:prstGeom>
          <a:noFill/>
        </p:spPr>
        <p:txBody>
          <a:bodyPr wrap="square" rtlCol="0">
            <a:spAutoFit/>
          </a:bodyPr>
          <a:lstStyle/>
          <a:p>
            <a:fld id="{3C291B5F-1E59-3447-9939-CD2AE96E39EF}" type="slidenum">
              <a:rPr lang="en-US" sz="1000" smtClean="0">
                <a:solidFill>
                  <a:schemeClr val="tx1">
                    <a:lumMod val="50000"/>
                    <a:lumOff val="50000"/>
                  </a:schemeClr>
                </a:solidFill>
              </a:rPr>
              <a:t>‹#›</a:t>
            </a:fld>
            <a:endParaRPr lang="en-US" sz="1000">
              <a:solidFill>
                <a:schemeClr val="tx1">
                  <a:lumMod val="50000"/>
                  <a:lumOff val="50000"/>
                </a:schemeClr>
              </a:solidFill>
            </a:endParaRPr>
          </a:p>
        </p:txBody>
      </p:sp>
      <p:sp>
        <p:nvSpPr>
          <p:cNvPr id="6" name="Rectangle 5">
            <a:extLst>
              <a:ext uri="{FF2B5EF4-FFF2-40B4-BE49-F238E27FC236}">
                <a16:creationId xmlns:a16="http://schemas.microsoft.com/office/drawing/2014/main" id="{516B4A3E-6F92-1A44-8C33-F5E9ADEB25AB}"/>
              </a:ext>
            </a:extLst>
          </p:cNvPr>
          <p:cNvSpPr/>
          <p:nvPr userDrawn="1"/>
        </p:nvSpPr>
        <p:spPr>
          <a:xfrm>
            <a:off x="0" y="0"/>
            <a:ext cx="12192000" cy="327576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Placeholder 1">
            <a:extLst>
              <a:ext uri="{FF2B5EF4-FFF2-40B4-BE49-F238E27FC236}">
                <a16:creationId xmlns:a16="http://schemas.microsoft.com/office/drawing/2014/main" id="{66900C71-DF3D-484E-A9AB-C1A71A5095EB}"/>
              </a:ext>
            </a:extLst>
          </p:cNvPr>
          <p:cNvSpPr>
            <a:spLocks noGrp="1"/>
          </p:cNvSpPr>
          <p:nvPr>
            <p:ph type="title"/>
          </p:nvPr>
        </p:nvSpPr>
        <p:spPr>
          <a:xfrm>
            <a:off x="746760" y="535939"/>
            <a:ext cx="10515600" cy="937579"/>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3574564759"/>
      </p:ext>
    </p:extLst>
  </p:cSld>
  <p:clrMap bg1="lt1" tx1="dk1" bg2="lt2" tx2="dk2" accent1="accent1" accent2="accent2" accent3="accent3" accent4="accent4" accent5="accent5" accent6="accent6" hlink="hlink" folHlink="folHlink"/>
  <p:sldLayoutIdLst>
    <p:sldLayoutId id="2147483722" r:id="rId1"/>
  </p:sldLayoutIdLst>
  <p:hf sldNum="0" hdr="0" ftr="0" dt="0"/>
  <p:txStyles>
    <p:titleStyle>
      <a:lvl1pPr algn="ctr" defTabSz="914400" rtl="0" eaLnBrk="1" latinLnBrk="0" hangingPunct="1">
        <a:lnSpc>
          <a:spcPct val="90000"/>
        </a:lnSpc>
        <a:spcBef>
          <a:spcPct val="0"/>
        </a:spcBef>
        <a:buNone/>
        <a:defRPr sz="3200" b="1" i="0" kern="1200">
          <a:solidFill>
            <a:schemeClr val="bg1"/>
          </a:solidFill>
          <a:latin typeface="Franklin Gothic Demi"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D5D5C19C-1DE0-3B4D-9FB3-AA4FF0698559}"/>
              </a:ext>
            </a:extLst>
          </p:cNvPr>
          <p:cNvSpPr>
            <a:spLocks noChangeAspect="1"/>
          </p:cNvSpPr>
          <p:nvPr userDrawn="1"/>
        </p:nvSpPr>
        <p:spPr>
          <a:xfrm>
            <a:off x="0" y="0"/>
            <a:ext cx="7356307" cy="6858000"/>
          </a:xfrm>
          <a:custGeom>
            <a:avLst/>
            <a:gdLst>
              <a:gd name="connsiteX0" fmla="*/ 0 w 3170038"/>
              <a:gd name="connsiteY0" fmla="*/ 0 h 2955304"/>
              <a:gd name="connsiteX1" fmla="*/ 1244337 w 3170038"/>
              <a:gd name="connsiteY1" fmla="*/ 0 h 2955304"/>
              <a:gd name="connsiteX2" fmla="*/ 1244337 w 3170038"/>
              <a:gd name="connsiteY2" fmla="*/ 1 h 2955304"/>
              <a:gd name="connsiteX3" fmla="*/ 1350518 w 3170038"/>
              <a:gd name="connsiteY3" fmla="*/ 1 h 2955304"/>
              <a:gd name="connsiteX4" fmla="*/ 1350517 w 3170038"/>
              <a:gd name="connsiteY4" fmla="*/ 1 h 2955304"/>
              <a:gd name="connsiteX5" fmla="*/ 1400095 w 3170038"/>
              <a:gd name="connsiteY5" fmla="*/ 1 h 2955304"/>
              <a:gd name="connsiteX6" fmla="*/ 1400094 w 3170038"/>
              <a:gd name="connsiteY6" fmla="*/ 0 h 2955304"/>
              <a:gd name="connsiteX7" fmla="*/ 1463794 w 3170038"/>
              <a:gd name="connsiteY7" fmla="*/ 0 h 2955304"/>
              <a:gd name="connsiteX8" fmla="*/ 3170038 w 3170038"/>
              <a:gd name="connsiteY8" fmla="*/ 2955303 h 2955304"/>
              <a:gd name="connsiteX9" fmla="*/ 3120461 w 3170038"/>
              <a:gd name="connsiteY9" fmla="*/ 2955303 h 2955304"/>
              <a:gd name="connsiteX10" fmla="*/ 3120461 w 3170038"/>
              <a:gd name="connsiteY10" fmla="*/ 2955303 h 2955304"/>
              <a:gd name="connsiteX11" fmla="*/ 3096996 w 3170038"/>
              <a:gd name="connsiteY11" fmla="*/ 2955303 h 2955304"/>
              <a:gd name="connsiteX12" fmla="*/ 3096997 w 3170038"/>
              <a:gd name="connsiteY12" fmla="*/ 2955304 h 2955304"/>
              <a:gd name="connsiteX13" fmla="*/ 1244337 w 3170038"/>
              <a:gd name="connsiteY13" fmla="*/ 2955304 h 2955304"/>
              <a:gd name="connsiteX14" fmla="*/ 1244337 w 3170038"/>
              <a:gd name="connsiteY14" fmla="*/ 2955304 h 2955304"/>
              <a:gd name="connsiteX15" fmla="*/ 0 w 3170038"/>
              <a:gd name="connsiteY15" fmla="*/ 2955304 h 295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70038" h="2955304">
                <a:moveTo>
                  <a:pt x="0" y="0"/>
                </a:moveTo>
                <a:lnTo>
                  <a:pt x="1244337" y="0"/>
                </a:lnTo>
                <a:lnTo>
                  <a:pt x="1244337" y="1"/>
                </a:lnTo>
                <a:lnTo>
                  <a:pt x="1350518" y="1"/>
                </a:lnTo>
                <a:lnTo>
                  <a:pt x="1350517" y="1"/>
                </a:lnTo>
                <a:lnTo>
                  <a:pt x="1400095" y="1"/>
                </a:lnTo>
                <a:lnTo>
                  <a:pt x="1400094" y="0"/>
                </a:lnTo>
                <a:lnTo>
                  <a:pt x="1463794" y="0"/>
                </a:lnTo>
                <a:lnTo>
                  <a:pt x="3170038" y="2955303"/>
                </a:lnTo>
                <a:lnTo>
                  <a:pt x="3120461" y="2955303"/>
                </a:lnTo>
                <a:lnTo>
                  <a:pt x="3120461" y="2955303"/>
                </a:lnTo>
                <a:lnTo>
                  <a:pt x="3096996" y="2955303"/>
                </a:lnTo>
                <a:lnTo>
                  <a:pt x="3096997" y="2955304"/>
                </a:lnTo>
                <a:lnTo>
                  <a:pt x="1244337" y="2955304"/>
                </a:lnTo>
                <a:lnTo>
                  <a:pt x="1244337" y="2955304"/>
                </a:lnTo>
                <a:lnTo>
                  <a:pt x="0" y="2955304"/>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C15D290-4E41-4E43-8882-B9ACDA98D2DD}"/>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9891583" y="6275056"/>
            <a:ext cx="1706400" cy="445147"/>
          </a:xfrm>
          <a:prstGeom prst="rect">
            <a:avLst/>
          </a:prstGeom>
        </p:spPr>
      </p:pic>
      <p:sp>
        <p:nvSpPr>
          <p:cNvPr id="9" name="TextBox 8">
            <a:extLst>
              <a:ext uri="{FF2B5EF4-FFF2-40B4-BE49-F238E27FC236}">
                <a16:creationId xmlns:a16="http://schemas.microsoft.com/office/drawing/2014/main" id="{B008E459-542C-DC47-8F58-4A2DB08A20AE}"/>
              </a:ext>
            </a:extLst>
          </p:cNvPr>
          <p:cNvSpPr txBox="1"/>
          <p:nvPr userDrawn="1"/>
        </p:nvSpPr>
        <p:spPr>
          <a:xfrm>
            <a:off x="740225" y="6465209"/>
            <a:ext cx="3135086" cy="215444"/>
          </a:xfrm>
          <a:prstGeom prst="rect">
            <a:avLst/>
          </a:prstGeom>
          <a:noFill/>
        </p:spPr>
        <p:txBody>
          <a:bodyPr wrap="square" rtlCol="0">
            <a:spAutoFit/>
          </a:bodyPr>
          <a:lstStyle/>
          <a:p>
            <a:r>
              <a:rPr lang="en-US" altLang="en-US" sz="800">
                <a:solidFill>
                  <a:schemeClr val="bg1"/>
                </a:solidFill>
                <a:ea typeface="Arial" charset="0"/>
                <a:cs typeface="Arial" charset="0"/>
              </a:rPr>
              <a:t>Resideo Confidential - © 2019 Resideo Technologies, Inc</a:t>
            </a:r>
            <a:endParaRPr lang="en-US" sz="800">
              <a:solidFill>
                <a:schemeClr val="bg1"/>
              </a:solidFill>
            </a:endParaRPr>
          </a:p>
        </p:txBody>
      </p:sp>
      <p:sp>
        <p:nvSpPr>
          <p:cNvPr id="10" name="TextBox 9">
            <a:extLst>
              <a:ext uri="{FF2B5EF4-FFF2-40B4-BE49-F238E27FC236}">
                <a16:creationId xmlns:a16="http://schemas.microsoft.com/office/drawing/2014/main" id="{F69E1B08-14F9-B746-A83E-148EF3891D83}"/>
              </a:ext>
            </a:extLst>
          </p:cNvPr>
          <p:cNvSpPr txBox="1"/>
          <p:nvPr userDrawn="1"/>
        </p:nvSpPr>
        <p:spPr>
          <a:xfrm>
            <a:off x="195936" y="6443438"/>
            <a:ext cx="381000" cy="246221"/>
          </a:xfrm>
          <a:prstGeom prst="rect">
            <a:avLst/>
          </a:prstGeom>
          <a:noFill/>
        </p:spPr>
        <p:txBody>
          <a:bodyPr wrap="square" rtlCol="0">
            <a:spAutoFit/>
          </a:bodyPr>
          <a:lstStyle/>
          <a:p>
            <a:fld id="{3C291B5F-1E59-3447-9939-CD2AE96E39EF}" type="slidenum">
              <a:rPr lang="en-US" sz="1000" smtClean="0">
                <a:solidFill>
                  <a:schemeClr val="bg1"/>
                </a:solidFill>
              </a:rPr>
              <a:t>‹#›</a:t>
            </a:fld>
            <a:endParaRPr lang="en-US" sz="1000">
              <a:solidFill>
                <a:schemeClr val="bg1"/>
              </a:solidFill>
            </a:endParaRPr>
          </a:p>
        </p:txBody>
      </p:sp>
    </p:spTree>
    <p:extLst>
      <p:ext uri="{BB962C8B-B14F-4D97-AF65-F5344CB8AC3E}">
        <p14:creationId xmlns:p14="http://schemas.microsoft.com/office/powerpoint/2010/main" val="2976591486"/>
      </p:ext>
    </p:extLst>
  </p:cSld>
  <p:clrMap bg1="lt1" tx1="dk1" bg2="lt2" tx2="dk2" accent1="accent1" accent2="accent2" accent3="accent3" accent4="accent4" accent5="accent5" accent6="accent6" hlink="hlink" folHlink="folHlink"/>
  <p:sldLayoutIdLst>
    <p:sldLayoutId id="21474837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C5957355-FD20-1F4E-A3E8-CB9EAA7E56ED}"/>
              </a:ext>
            </a:extLst>
          </p:cNvPr>
          <p:cNvSpPr>
            <a:spLocks noChangeAspect="1"/>
          </p:cNvSpPr>
          <p:nvPr userDrawn="1"/>
        </p:nvSpPr>
        <p:spPr>
          <a:xfrm flipH="1">
            <a:off x="4835693" y="0"/>
            <a:ext cx="7356307" cy="6858000"/>
          </a:xfrm>
          <a:custGeom>
            <a:avLst/>
            <a:gdLst>
              <a:gd name="connsiteX0" fmla="*/ 0 w 3170038"/>
              <a:gd name="connsiteY0" fmla="*/ 0 h 2955304"/>
              <a:gd name="connsiteX1" fmla="*/ 1244337 w 3170038"/>
              <a:gd name="connsiteY1" fmla="*/ 0 h 2955304"/>
              <a:gd name="connsiteX2" fmla="*/ 1244337 w 3170038"/>
              <a:gd name="connsiteY2" fmla="*/ 1 h 2955304"/>
              <a:gd name="connsiteX3" fmla="*/ 1350518 w 3170038"/>
              <a:gd name="connsiteY3" fmla="*/ 1 h 2955304"/>
              <a:gd name="connsiteX4" fmla="*/ 1350517 w 3170038"/>
              <a:gd name="connsiteY4" fmla="*/ 1 h 2955304"/>
              <a:gd name="connsiteX5" fmla="*/ 1400095 w 3170038"/>
              <a:gd name="connsiteY5" fmla="*/ 1 h 2955304"/>
              <a:gd name="connsiteX6" fmla="*/ 1400094 w 3170038"/>
              <a:gd name="connsiteY6" fmla="*/ 0 h 2955304"/>
              <a:gd name="connsiteX7" fmla="*/ 1463794 w 3170038"/>
              <a:gd name="connsiteY7" fmla="*/ 0 h 2955304"/>
              <a:gd name="connsiteX8" fmla="*/ 3170038 w 3170038"/>
              <a:gd name="connsiteY8" fmla="*/ 2955303 h 2955304"/>
              <a:gd name="connsiteX9" fmla="*/ 3120461 w 3170038"/>
              <a:gd name="connsiteY9" fmla="*/ 2955303 h 2955304"/>
              <a:gd name="connsiteX10" fmla="*/ 3120461 w 3170038"/>
              <a:gd name="connsiteY10" fmla="*/ 2955303 h 2955304"/>
              <a:gd name="connsiteX11" fmla="*/ 3096996 w 3170038"/>
              <a:gd name="connsiteY11" fmla="*/ 2955303 h 2955304"/>
              <a:gd name="connsiteX12" fmla="*/ 3096997 w 3170038"/>
              <a:gd name="connsiteY12" fmla="*/ 2955304 h 2955304"/>
              <a:gd name="connsiteX13" fmla="*/ 1244337 w 3170038"/>
              <a:gd name="connsiteY13" fmla="*/ 2955304 h 2955304"/>
              <a:gd name="connsiteX14" fmla="*/ 1244337 w 3170038"/>
              <a:gd name="connsiteY14" fmla="*/ 2955304 h 2955304"/>
              <a:gd name="connsiteX15" fmla="*/ 0 w 3170038"/>
              <a:gd name="connsiteY15" fmla="*/ 2955304 h 295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70038" h="2955304">
                <a:moveTo>
                  <a:pt x="0" y="0"/>
                </a:moveTo>
                <a:lnTo>
                  <a:pt x="1244337" y="0"/>
                </a:lnTo>
                <a:lnTo>
                  <a:pt x="1244337" y="1"/>
                </a:lnTo>
                <a:lnTo>
                  <a:pt x="1350518" y="1"/>
                </a:lnTo>
                <a:lnTo>
                  <a:pt x="1350517" y="1"/>
                </a:lnTo>
                <a:lnTo>
                  <a:pt x="1400095" y="1"/>
                </a:lnTo>
                <a:lnTo>
                  <a:pt x="1400094" y="0"/>
                </a:lnTo>
                <a:lnTo>
                  <a:pt x="1463794" y="0"/>
                </a:lnTo>
                <a:lnTo>
                  <a:pt x="3170038" y="2955303"/>
                </a:lnTo>
                <a:lnTo>
                  <a:pt x="3120461" y="2955303"/>
                </a:lnTo>
                <a:lnTo>
                  <a:pt x="3120461" y="2955303"/>
                </a:lnTo>
                <a:lnTo>
                  <a:pt x="3096996" y="2955303"/>
                </a:lnTo>
                <a:lnTo>
                  <a:pt x="3096997" y="2955304"/>
                </a:lnTo>
                <a:lnTo>
                  <a:pt x="1244337" y="2955304"/>
                </a:lnTo>
                <a:lnTo>
                  <a:pt x="1244337" y="2955304"/>
                </a:lnTo>
                <a:lnTo>
                  <a:pt x="0" y="2955304"/>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9FC471AF-C247-0444-9105-9BFCACB4F03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01009" y="6129636"/>
            <a:ext cx="1706399" cy="665311"/>
          </a:xfrm>
          <a:prstGeom prst="rect">
            <a:avLst/>
          </a:prstGeom>
        </p:spPr>
      </p:pic>
      <p:sp>
        <p:nvSpPr>
          <p:cNvPr id="8" name="TextBox 7">
            <a:extLst>
              <a:ext uri="{FF2B5EF4-FFF2-40B4-BE49-F238E27FC236}">
                <a16:creationId xmlns:a16="http://schemas.microsoft.com/office/drawing/2014/main" id="{4F41F312-AE8B-624F-A377-187C0112EA97}"/>
              </a:ext>
            </a:extLst>
          </p:cNvPr>
          <p:cNvSpPr txBox="1"/>
          <p:nvPr userDrawn="1"/>
        </p:nvSpPr>
        <p:spPr>
          <a:xfrm>
            <a:off x="740225" y="6465209"/>
            <a:ext cx="3135086" cy="215444"/>
          </a:xfrm>
          <a:prstGeom prst="rect">
            <a:avLst/>
          </a:prstGeom>
          <a:noFill/>
        </p:spPr>
        <p:txBody>
          <a:bodyPr wrap="square" rtlCol="0">
            <a:spAutoFit/>
          </a:bodyPr>
          <a:lstStyle/>
          <a:p>
            <a:r>
              <a:rPr lang="en-US" altLang="en-US" sz="800">
                <a:solidFill>
                  <a:schemeClr val="tx1">
                    <a:lumMod val="50000"/>
                    <a:lumOff val="50000"/>
                  </a:schemeClr>
                </a:solidFill>
                <a:ea typeface="Arial" charset="0"/>
                <a:cs typeface="Arial" charset="0"/>
              </a:rPr>
              <a:t>Resideo Confidential - © 2019 Resideo Technologies, Inc</a:t>
            </a:r>
            <a:endParaRPr lang="en-US" sz="800">
              <a:solidFill>
                <a:schemeClr val="tx1">
                  <a:lumMod val="50000"/>
                  <a:lumOff val="50000"/>
                </a:schemeClr>
              </a:solidFill>
            </a:endParaRPr>
          </a:p>
        </p:txBody>
      </p:sp>
      <p:sp>
        <p:nvSpPr>
          <p:cNvPr id="9" name="TextBox 8">
            <a:extLst>
              <a:ext uri="{FF2B5EF4-FFF2-40B4-BE49-F238E27FC236}">
                <a16:creationId xmlns:a16="http://schemas.microsoft.com/office/drawing/2014/main" id="{B1422C38-628D-E845-9A05-2159903BCE85}"/>
              </a:ext>
            </a:extLst>
          </p:cNvPr>
          <p:cNvSpPr txBox="1"/>
          <p:nvPr userDrawn="1"/>
        </p:nvSpPr>
        <p:spPr>
          <a:xfrm>
            <a:off x="195936" y="6443438"/>
            <a:ext cx="381000" cy="246221"/>
          </a:xfrm>
          <a:prstGeom prst="rect">
            <a:avLst/>
          </a:prstGeom>
          <a:noFill/>
        </p:spPr>
        <p:txBody>
          <a:bodyPr wrap="square" rtlCol="0">
            <a:spAutoFit/>
          </a:bodyPr>
          <a:lstStyle/>
          <a:p>
            <a:fld id="{3C291B5F-1E59-3447-9939-CD2AE96E39EF}" type="slidenum">
              <a:rPr lang="en-US" sz="1000" smtClean="0">
                <a:solidFill>
                  <a:schemeClr val="tx1">
                    <a:lumMod val="50000"/>
                    <a:lumOff val="50000"/>
                  </a:schemeClr>
                </a:solidFill>
              </a:rPr>
              <a:t>‹#›</a:t>
            </a:fld>
            <a:endParaRPr lang="en-US" sz="1000">
              <a:solidFill>
                <a:schemeClr val="tx1">
                  <a:lumMod val="50000"/>
                  <a:lumOff val="50000"/>
                </a:schemeClr>
              </a:solidFill>
            </a:endParaRPr>
          </a:p>
        </p:txBody>
      </p:sp>
    </p:spTree>
    <p:extLst>
      <p:ext uri="{BB962C8B-B14F-4D97-AF65-F5344CB8AC3E}">
        <p14:creationId xmlns:p14="http://schemas.microsoft.com/office/powerpoint/2010/main" val="2480830995"/>
      </p:ext>
    </p:extLst>
  </p:cSld>
  <p:clrMap bg1="lt1" tx1="dk1" bg2="lt2" tx2="dk2" accent1="accent1" accent2="accent2" accent3="accent3" accent4="accent4" accent5="accent5" accent6="accent6" hlink="hlink" folHlink="folHlink"/>
  <p:sldLayoutIdLst>
    <p:sldLayoutId id="214748381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www.atlassian.com/git/tutorials/what-is-version-control" TargetMode="Externa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hyperlink" Target="mailto:Rodolfo.PinaRamirez@resideo.com" TargetMode="External"/><Relationship Id="rId2" Type="http://schemas.openxmlformats.org/officeDocument/2006/relationships/hyperlink" Target="mailto:Luis.Galindo@resideo.com" TargetMode="External"/><Relationship Id="rId1" Type="http://schemas.openxmlformats.org/officeDocument/2006/relationships/slideLayout" Target="../slideLayouts/slideLayout24.xml"/><Relationship Id="rId6" Type="http://schemas.openxmlformats.org/officeDocument/2006/relationships/hyperlink" Target="mailto:LuisEmmanuel.Rojas@resideo.com" TargetMode="External"/><Relationship Id="rId5" Type="http://schemas.openxmlformats.org/officeDocument/2006/relationships/hyperlink" Target="mailto:AndreaMariana.Martinez@resideo.com" TargetMode="External"/><Relationship Id="rId4" Type="http://schemas.openxmlformats.org/officeDocument/2006/relationships/hyperlink" Target="mailto:Ricardo.Delgado@resideo.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33054F24-0343-8246-BA3E-F482F73FB95C}"/>
              </a:ext>
            </a:extLst>
          </p:cNvPr>
          <p:cNvSpPr>
            <a:spLocks noGrp="1"/>
          </p:cNvSpPr>
          <p:nvPr>
            <p:ph type="title"/>
          </p:nvPr>
        </p:nvSpPr>
        <p:spPr/>
        <p:txBody>
          <a:bodyPr/>
          <a:lstStyle/>
          <a:p>
            <a:r>
              <a:rPr lang="en-US" dirty="0">
                <a:latin typeface="Franklin Gothic Demi" panose="020B0603020102020204" pitchFamily="34" charset="0"/>
              </a:rPr>
              <a:t>Version Control System (VCS)</a:t>
            </a:r>
          </a:p>
        </p:txBody>
      </p:sp>
      <p:sp>
        <p:nvSpPr>
          <p:cNvPr id="10" name="Text Placeholder 9">
            <a:extLst>
              <a:ext uri="{FF2B5EF4-FFF2-40B4-BE49-F238E27FC236}">
                <a16:creationId xmlns:a16="http://schemas.microsoft.com/office/drawing/2014/main" id="{8D17D16F-0156-9649-A77B-B0BA1C6D7F4A}"/>
              </a:ext>
            </a:extLst>
          </p:cNvPr>
          <p:cNvSpPr>
            <a:spLocks noGrp="1"/>
          </p:cNvSpPr>
          <p:nvPr>
            <p:ph type="body" sz="quarter" idx="10"/>
          </p:nvPr>
        </p:nvSpPr>
        <p:spPr/>
        <p:txBody>
          <a:bodyPr/>
          <a:lstStyle/>
          <a:p>
            <a:r>
              <a:rPr lang="en-US" dirty="0"/>
              <a:t>Date: 2019/08</a:t>
            </a:r>
          </a:p>
        </p:txBody>
      </p:sp>
      <p:sp>
        <p:nvSpPr>
          <p:cNvPr id="23" name="Picture Placeholder 22">
            <a:extLst>
              <a:ext uri="{FF2B5EF4-FFF2-40B4-BE49-F238E27FC236}">
                <a16:creationId xmlns:a16="http://schemas.microsoft.com/office/drawing/2014/main" id="{651C91C3-AC57-8F42-8D1B-CC9E889C1032}"/>
              </a:ext>
            </a:extLst>
          </p:cNvPr>
          <p:cNvSpPr>
            <a:spLocks noGrp="1"/>
          </p:cNvSpPr>
          <p:nvPr>
            <p:ph type="pic" sz="quarter" idx="11"/>
          </p:nvPr>
        </p:nvSpPr>
        <p:spPr/>
      </p:sp>
      <p:sp>
        <p:nvSpPr>
          <p:cNvPr id="11" name="Text Placeholder 10">
            <a:extLst>
              <a:ext uri="{FF2B5EF4-FFF2-40B4-BE49-F238E27FC236}">
                <a16:creationId xmlns:a16="http://schemas.microsoft.com/office/drawing/2014/main" id="{1815037E-AFEE-1548-8B4D-B746C900D798}"/>
              </a:ext>
            </a:extLst>
          </p:cNvPr>
          <p:cNvSpPr>
            <a:spLocks noGrp="1"/>
          </p:cNvSpPr>
          <p:nvPr>
            <p:ph type="body" sz="quarter" idx="14"/>
          </p:nvPr>
        </p:nvSpPr>
        <p:spPr>
          <a:xfrm>
            <a:off x="1787868" y="5332772"/>
            <a:ext cx="8367713" cy="732126"/>
          </a:xfrm>
        </p:spPr>
        <p:txBody>
          <a:bodyPr lIns="0" tIns="0" rIns="0" bIns="0" anchor="t"/>
          <a:lstStyle/>
          <a:p>
            <a:pPr>
              <a:spcBef>
                <a:spcPts val="300"/>
              </a:spcBef>
            </a:pPr>
            <a:r>
              <a:rPr lang="en-US" err="1"/>
              <a:t>Semestre</a:t>
            </a:r>
            <a:r>
              <a:rPr lang="en-US"/>
              <a:t> </a:t>
            </a:r>
            <a:r>
              <a:rPr lang="en-US" err="1"/>
              <a:t>i</a:t>
            </a:r>
          </a:p>
        </p:txBody>
      </p:sp>
      <p:sp>
        <p:nvSpPr>
          <p:cNvPr id="12" name="Freeform 11">
            <a:extLst>
              <a:ext uri="{FF2B5EF4-FFF2-40B4-BE49-F238E27FC236}">
                <a16:creationId xmlns:a16="http://schemas.microsoft.com/office/drawing/2014/main" id="{9FE9EE22-EAD2-A04B-8EB0-231DAB633D2C}"/>
              </a:ext>
            </a:extLst>
          </p:cNvPr>
          <p:cNvSpPr/>
          <p:nvPr/>
        </p:nvSpPr>
        <p:spPr>
          <a:xfrm>
            <a:off x="7154161" y="-2"/>
            <a:ext cx="4222335" cy="6858002"/>
          </a:xfrm>
          <a:custGeom>
            <a:avLst/>
            <a:gdLst>
              <a:gd name="connsiteX0" fmla="*/ 115047 w 4222335"/>
              <a:gd name="connsiteY0" fmla="*/ 0 h 6858002"/>
              <a:gd name="connsiteX1" fmla="*/ 262867 w 4222335"/>
              <a:gd name="connsiteY1" fmla="*/ 0 h 6858002"/>
              <a:gd name="connsiteX2" fmla="*/ 4222335 w 4222335"/>
              <a:gd name="connsiteY2" fmla="*/ 6858000 h 6858002"/>
              <a:gd name="connsiteX3" fmla="*/ 4107287 w 4222335"/>
              <a:gd name="connsiteY3" fmla="*/ 6858000 h 6858002"/>
              <a:gd name="connsiteX4" fmla="*/ 4107288 w 4222335"/>
              <a:gd name="connsiteY4" fmla="*/ 6858002 h 6858002"/>
              <a:gd name="connsiteX5" fmla="*/ 3959467 w 4222335"/>
              <a:gd name="connsiteY5" fmla="*/ 6858002 h 6858002"/>
              <a:gd name="connsiteX6" fmla="*/ 0 w 4222335"/>
              <a:gd name="connsiteY6" fmla="*/ 2 h 6858002"/>
              <a:gd name="connsiteX7" fmla="*/ 115048 w 4222335"/>
              <a:gd name="connsiteY7" fmla="*/ 2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2335" h="6858002">
                <a:moveTo>
                  <a:pt x="115047" y="0"/>
                </a:moveTo>
                <a:lnTo>
                  <a:pt x="262867" y="0"/>
                </a:lnTo>
                <a:lnTo>
                  <a:pt x="4222335" y="6858000"/>
                </a:lnTo>
                <a:lnTo>
                  <a:pt x="4107287" y="6858000"/>
                </a:lnTo>
                <a:lnTo>
                  <a:pt x="4107288" y="6858002"/>
                </a:lnTo>
                <a:lnTo>
                  <a:pt x="3959467" y="6858002"/>
                </a:lnTo>
                <a:lnTo>
                  <a:pt x="0" y="2"/>
                </a:lnTo>
                <a:lnTo>
                  <a:pt x="115048" y="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Text Placeholder 9">
            <a:extLst>
              <a:ext uri="{FF2B5EF4-FFF2-40B4-BE49-F238E27FC236}">
                <a16:creationId xmlns:a16="http://schemas.microsoft.com/office/drawing/2014/main" id="{00E5453E-A382-4C55-94CC-A0E42BCBAB57}"/>
              </a:ext>
            </a:extLst>
          </p:cNvPr>
          <p:cNvSpPr txBox="1">
            <a:spLocks/>
          </p:cNvSpPr>
          <p:nvPr/>
        </p:nvSpPr>
        <p:spPr>
          <a:xfrm>
            <a:off x="10883337" y="6483677"/>
            <a:ext cx="1154784" cy="235658"/>
          </a:xfrm>
          <a:prstGeom prst="rect">
            <a:avLst/>
          </a:prstGeom>
        </p:spPr>
        <p:txBody>
          <a:bodyPr lIns="0" tIns="46800" rIns="0" bIns="0"/>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bg1">
                    <a:lumMod val="50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1">
                    <a:lumMod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1">
                    <a:lumMod val="50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lumMod val="50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t>V1.1</a:t>
            </a:r>
          </a:p>
        </p:txBody>
      </p:sp>
    </p:spTree>
    <p:extLst>
      <p:ext uri="{BB962C8B-B14F-4D97-AF65-F5344CB8AC3E}">
        <p14:creationId xmlns:p14="http://schemas.microsoft.com/office/powerpoint/2010/main" val="3936756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8">
            <a:extLst>
              <a:ext uri="{FF2B5EF4-FFF2-40B4-BE49-F238E27FC236}">
                <a16:creationId xmlns:a16="http://schemas.microsoft.com/office/drawing/2014/main" id="{867D4867-5BA7-4462-B2F6-A23F4A622AA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328EE4CB-B937-4F8E-9631-7595BA8564A9}"/>
              </a:ext>
            </a:extLst>
          </p:cNvPr>
          <p:cNvSpPr>
            <a:spLocks noGrp="1"/>
          </p:cNvSpPr>
          <p:nvPr>
            <p:ph type="ctrTitle"/>
          </p:nvPr>
        </p:nvSpPr>
        <p:spPr>
          <a:xfrm>
            <a:off x="643467" y="643467"/>
            <a:ext cx="3363974" cy="1597315"/>
          </a:xfrm>
          <a:noFill/>
          <a:ln w="19050">
            <a:solidFill>
              <a:schemeClr val="bg1"/>
            </a:solidFill>
          </a:ln>
        </p:spPr>
        <p:txBody>
          <a:bodyPr vert="horz" wrap="square" lIns="91440" tIns="45720" rIns="91440" bIns="45720" rtlCol="0" anchor="ctr">
            <a:normAutofit/>
          </a:bodyPr>
          <a:lstStyle/>
          <a:p>
            <a:pPr algn="ctr"/>
            <a:r>
              <a:rPr lang="en-US" sz="2800" kern="1200">
                <a:solidFill>
                  <a:schemeClr val="bg1"/>
                </a:solidFill>
                <a:latin typeface="+mj-lt"/>
                <a:ea typeface="+mj-ea"/>
                <a:cs typeface="+mj-cs"/>
              </a:rPr>
              <a:t>Contents</a:t>
            </a:r>
          </a:p>
        </p:txBody>
      </p:sp>
      <p:sp>
        <p:nvSpPr>
          <p:cNvPr id="2" name="Content Placeholder 1">
            <a:extLst>
              <a:ext uri="{FF2B5EF4-FFF2-40B4-BE49-F238E27FC236}">
                <a16:creationId xmlns:a16="http://schemas.microsoft.com/office/drawing/2014/main" id="{5F2967E3-4236-4CDC-A377-C995F491D98A}"/>
              </a:ext>
            </a:extLst>
          </p:cNvPr>
          <p:cNvSpPr>
            <a:spLocks noGrp="1"/>
          </p:cNvSpPr>
          <p:nvPr>
            <p:ph idx="1"/>
          </p:nvPr>
        </p:nvSpPr>
        <p:spPr>
          <a:xfrm>
            <a:off x="643468" y="2638044"/>
            <a:ext cx="3363974" cy="3415622"/>
          </a:xfrm>
        </p:spPr>
        <p:txBody>
          <a:bodyPr vert="horz" lIns="91440" tIns="45720" rIns="91440" bIns="45720" rtlCol="0" anchor="t">
            <a:normAutofit/>
          </a:bodyPr>
          <a:lstStyle/>
          <a:p>
            <a:pPr fontAlgn="base"/>
            <a:r>
              <a:rPr lang="en-US" sz="2000" dirty="0">
                <a:solidFill>
                  <a:schemeClr val="bg1"/>
                </a:solidFill>
              </a:rPr>
              <a:t>What is VCS?</a:t>
            </a:r>
          </a:p>
          <a:p>
            <a:pPr fontAlgn="base"/>
            <a:r>
              <a:rPr lang="en-US" sz="2000" dirty="0">
                <a:solidFill>
                  <a:schemeClr val="bg1"/>
                </a:solidFill>
              </a:rPr>
              <a:t>Why Use VCS?</a:t>
            </a:r>
          </a:p>
          <a:p>
            <a:pPr fontAlgn="base"/>
            <a:r>
              <a:rPr lang="en-US" sz="2000" dirty="0">
                <a:solidFill>
                  <a:schemeClr val="bg1"/>
                </a:solidFill>
              </a:rPr>
              <a:t>How to VCS?</a:t>
            </a:r>
          </a:p>
          <a:p>
            <a:pPr fontAlgn="base"/>
            <a:r>
              <a:rPr lang="en-US" sz="2000" dirty="0" err="1">
                <a:solidFill>
                  <a:schemeClr val="bg1"/>
                </a:solidFill>
              </a:rPr>
              <a:t>Git</a:t>
            </a:r>
            <a:r>
              <a:rPr lang="en-US" sz="2000" dirty="0">
                <a:solidFill>
                  <a:schemeClr val="bg1"/>
                </a:solidFill>
              </a:rPr>
              <a:t> vs SVN</a:t>
            </a:r>
          </a:p>
          <a:p>
            <a:pPr fontAlgn="base"/>
            <a:r>
              <a:rPr lang="en-US" sz="2000" dirty="0">
                <a:solidFill>
                  <a:schemeClr val="bg1"/>
                </a:solidFill>
              </a:rPr>
              <a:t>GitHub</a:t>
            </a:r>
          </a:p>
          <a:p>
            <a:pPr fontAlgn="base"/>
            <a:r>
              <a:rPr lang="en-US" sz="2000" dirty="0">
                <a:solidFill>
                  <a:schemeClr val="bg1"/>
                </a:solidFill>
              </a:rPr>
              <a:t>Client​</a:t>
            </a:r>
            <a:endParaRPr lang="en-US" sz="2000" dirty="0">
              <a:solidFill>
                <a:schemeClr val="bg1"/>
              </a:solidFill>
              <a:cs typeface="Arial"/>
            </a:endParaRPr>
          </a:p>
        </p:txBody>
      </p:sp>
      <p:pic>
        <p:nvPicPr>
          <p:cNvPr id="4" name="Picture 4">
            <a:extLst>
              <a:ext uri="{FF2B5EF4-FFF2-40B4-BE49-F238E27FC236}">
                <a16:creationId xmlns:a16="http://schemas.microsoft.com/office/drawing/2014/main" id="{43BAFBC1-27F4-4126-AC5F-E84C3AA7D32F}"/>
              </a:ext>
            </a:extLst>
          </p:cNvPr>
          <p:cNvPicPr>
            <a:picLocks noChangeAspect="1"/>
          </p:cNvPicPr>
          <p:nvPr/>
        </p:nvPicPr>
        <p:blipFill>
          <a:blip r:embed="rId2"/>
          <a:stretch>
            <a:fillRect/>
          </a:stretch>
        </p:blipFill>
        <p:spPr>
          <a:xfrm>
            <a:off x="5372104" y="2002791"/>
            <a:ext cx="5172818" cy="2858818"/>
          </a:xfrm>
          <a:prstGeom prst="rect">
            <a:avLst/>
          </a:prstGeom>
        </p:spPr>
      </p:pic>
    </p:spTree>
    <p:extLst>
      <p:ext uri="{BB962C8B-B14F-4D97-AF65-F5344CB8AC3E}">
        <p14:creationId xmlns:p14="http://schemas.microsoft.com/office/powerpoint/2010/main" val="3773942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Software tool that helps a software team manage changes to source code.</a:t>
            </a:r>
          </a:p>
        </p:txBody>
      </p:sp>
      <p:sp>
        <p:nvSpPr>
          <p:cNvPr id="3" name="Title 2"/>
          <p:cNvSpPr>
            <a:spLocks noGrp="1"/>
          </p:cNvSpPr>
          <p:nvPr>
            <p:ph type="ctrTitle"/>
          </p:nvPr>
        </p:nvSpPr>
        <p:spPr/>
        <p:txBody>
          <a:bodyPr/>
          <a:lstStyle/>
          <a:p>
            <a:r>
              <a:rPr lang="en-US" dirty="0"/>
              <a:t>What is VCS?</a:t>
            </a:r>
          </a:p>
        </p:txBody>
      </p:sp>
      <p:sp>
        <p:nvSpPr>
          <p:cNvPr id="4" name="Text Placeholder 3"/>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1044308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If a mistake is made, you can revert.</a:t>
            </a:r>
          </a:p>
          <a:p>
            <a:r>
              <a:rPr lang="en-US" dirty="0"/>
              <a:t>If something happens to your computer, you have a “backup”.</a:t>
            </a:r>
          </a:p>
        </p:txBody>
      </p:sp>
      <p:sp>
        <p:nvSpPr>
          <p:cNvPr id="3" name="Title 2"/>
          <p:cNvSpPr>
            <a:spLocks noGrp="1"/>
          </p:cNvSpPr>
          <p:nvPr>
            <p:ph type="ctrTitle"/>
          </p:nvPr>
        </p:nvSpPr>
        <p:spPr/>
        <p:txBody>
          <a:bodyPr/>
          <a:lstStyle/>
          <a:p>
            <a:r>
              <a:rPr lang="en-US" dirty="0"/>
              <a:t>Why use VCS?</a:t>
            </a:r>
          </a:p>
        </p:txBody>
      </p:sp>
      <p:sp>
        <p:nvSpPr>
          <p:cNvPr id="4" name="Text Placeholder 3"/>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1067627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Trunk</a:t>
            </a:r>
          </a:p>
          <a:p>
            <a:r>
              <a:rPr lang="en-US" dirty="0"/>
              <a:t>Branch</a:t>
            </a:r>
          </a:p>
          <a:p>
            <a:r>
              <a:rPr lang="en-US" dirty="0"/>
              <a:t>Tag</a:t>
            </a:r>
          </a:p>
        </p:txBody>
      </p:sp>
      <p:sp>
        <p:nvSpPr>
          <p:cNvPr id="3" name="Title 2"/>
          <p:cNvSpPr>
            <a:spLocks noGrp="1"/>
          </p:cNvSpPr>
          <p:nvPr>
            <p:ph type="ctrTitle"/>
          </p:nvPr>
        </p:nvSpPr>
        <p:spPr/>
        <p:txBody>
          <a:bodyPr/>
          <a:lstStyle/>
          <a:p>
            <a:r>
              <a:rPr lang="en-US" dirty="0"/>
              <a:t>How to VCS?</a:t>
            </a:r>
          </a:p>
        </p:txBody>
      </p:sp>
      <p:sp>
        <p:nvSpPr>
          <p:cNvPr id="4" name="Text Placeholder 3"/>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1287234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ctrTitle"/>
          </p:nvPr>
        </p:nvSpPr>
        <p:spPr/>
        <p:txBody>
          <a:bodyPr/>
          <a:lstStyle/>
          <a:p>
            <a:r>
              <a:rPr lang="en-US" dirty="0" err="1"/>
              <a:t>Git</a:t>
            </a:r>
            <a:r>
              <a:rPr lang="en-US" dirty="0"/>
              <a:t> vs SVN</a:t>
            </a:r>
          </a:p>
        </p:txBody>
      </p:sp>
      <p:sp>
        <p:nvSpPr>
          <p:cNvPr id="4" name="Text Placeholder 3"/>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2438861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ctrTitle"/>
          </p:nvPr>
        </p:nvSpPr>
        <p:spPr/>
        <p:txBody>
          <a:bodyPr/>
          <a:lstStyle/>
          <a:p>
            <a:r>
              <a:rPr lang="en-US" dirty="0"/>
              <a:t>GitHub</a:t>
            </a:r>
          </a:p>
        </p:txBody>
      </p:sp>
      <p:sp>
        <p:nvSpPr>
          <p:cNvPr id="4" name="Text Placeholder 3"/>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2750987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Commit</a:t>
            </a:r>
          </a:p>
          <a:p>
            <a:r>
              <a:rPr lang="en-US" dirty="0"/>
              <a:t>Revert</a:t>
            </a:r>
          </a:p>
        </p:txBody>
      </p:sp>
      <p:sp>
        <p:nvSpPr>
          <p:cNvPr id="3" name="Title 2"/>
          <p:cNvSpPr>
            <a:spLocks noGrp="1"/>
          </p:cNvSpPr>
          <p:nvPr>
            <p:ph type="ctrTitle"/>
          </p:nvPr>
        </p:nvSpPr>
        <p:spPr/>
        <p:txBody>
          <a:bodyPr/>
          <a:lstStyle/>
          <a:p>
            <a:r>
              <a:rPr lang="en-US" dirty="0"/>
              <a:t>Client</a:t>
            </a:r>
          </a:p>
        </p:txBody>
      </p:sp>
      <p:sp>
        <p:nvSpPr>
          <p:cNvPr id="4" name="Text Placeholder 3"/>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3145756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hlinkClick r:id="rId2"/>
              </a:rPr>
              <a:t>https://www.atlassian.com/git/tutorials/what-is-version-control</a:t>
            </a:r>
            <a:endParaRPr lang="en-US" dirty="0"/>
          </a:p>
        </p:txBody>
      </p:sp>
      <p:sp>
        <p:nvSpPr>
          <p:cNvPr id="3" name="Title 2"/>
          <p:cNvSpPr>
            <a:spLocks noGrp="1"/>
          </p:cNvSpPr>
          <p:nvPr>
            <p:ph type="ctrTitle"/>
          </p:nvPr>
        </p:nvSpPr>
        <p:spPr/>
        <p:txBody>
          <a:bodyPr/>
          <a:lstStyle/>
          <a:p>
            <a:r>
              <a:rPr lang="en-US" dirty="0"/>
              <a:t>Sources</a:t>
            </a:r>
          </a:p>
        </p:txBody>
      </p:sp>
      <p:sp>
        <p:nvSpPr>
          <p:cNvPr id="4" name="Text Placeholder 3"/>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3605980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a:t>Q&amp;A</a:t>
            </a:r>
          </a:p>
        </p:txBody>
      </p:sp>
      <p:sp>
        <p:nvSpPr>
          <p:cNvPr id="5" name="TextBox 4">
            <a:extLst>
              <a:ext uri="{FF2B5EF4-FFF2-40B4-BE49-F238E27FC236}">
                <a16:creationId xmlns:a16="http://schemas.microsoft.com/office/drawing/2014/main" id="{5D24CB46-7920-449B-BD73-2CF2E52023FF}"/>
              </a:ext>
            </a:extLst>
          </p:cNvPr>
          <p:cNvSpPr txBox="1"/>
          <p:nvPr/>
        </p:nvSpPr>
        <p:spPr>
          <a:xfrm>
            <a:off x="573741" y="1730188"/>
            <a:ext cx="311075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Luis Galindo</a:t>
            </a:r>
          </a:p>
          <a:p>
            <a:pPr algn="ctr"/>
            <a:r>
              <a:rPr lang="en-US">
                <a:ea typeface="+mn-lt"/>
                <a:cs typeface="+mn-lt"/>
                <a:hlinkClick r:id="rId2"/>
              </a:rPr>
              <a:t>Luis.Galindo@resideo.com</a:t>
            </a:r>
            <a:endParaRPr lang="en-US">
              <a:cs typeface="Arial" panose="020B0604020202020204"/>
            </a:endParaRPr>
          </a:p>
          <a:p>
            <a:pPr algn="ctr"/>
            <a:endParaRPr lang="en-US">
              <a:cs typeface="Arial" panose="020B0604020202020204"/>
            </a:endParaRPr>
          </a:p>
          <a:p>
            <a:pPr algn="ctr"/>
            <a:endParaRPr lang="en-US">
              <a:cs typeface="Arial" panose="020B0604020202020204"/>
            </a:endParaRPr>
          </a:p>
        </p:txBody>
      </p:sp>
      <p:sp>
        <p:nvSpPr>
          <p:cNvPr id="6" name="TextBox 5">
            <a:extLst>
              <a:ext uri="{FF2B5EF4-FFF2-40B4-BE49-F238E27FC236}">
                <a16:creationId xmlns:a16="http://schemas.microsoft.com/office/drawing/2014/main" id="{7925A3A1-9671-4773-AE72-761C9302E32B}"/>
              </a:ext>
            </a:extLst>
          </p:cNvPr>
          <p:cNvSpPr txBox="1"/>
          <p:nvPr/>
        </p:nvSpPr>
        <p:spPr>
          <a:xfrm>
            <a:off x="4545105" y="1730188"/>
            <a:ext cx="39355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Rodolfo Piña</a:t>
            </a:r>
          </a:p>
          <a:p>
            <a:pPr algn="ctr"/>
            <a:r>
              <a:rPr lang="en-US">
                <a:ea typeface="+mn-lt"/>
                <a:cs typeface="+mn-lt"/>
                <a:hlinkClick r:id="rId3"/>
              </a:rPr>
              <a:t>Rodolfo.PinaRamirez@resideo.com</a:t>
            </a:r>
          </a:p>
        </p:txBody>
      </p:sp>
      <p:sp>
        <p:nvSpPr>
          <p:cNvPr id="7" name="TextBox 6">
            <a:extLst>
              <a:ext uri="{FF2B5EF4-FFF2-40B4-BE49-F238E27FC236}">
                <a16:creationId xmlns:a16="http://schemas.microsoft.com/office/drawing/2014/main" id="{3EF2AF93-F906-4F8A-B477-71258389B5CD}"/>
              </a:ext>
            </a:extLst>
          </p:cNvPr>
          <p:cNvSpPr txBox="1"/>
          <p:nvPr/>
        </p:nvSpPr>
        <p:spPr>
          <a:xfrm>
            <a:off x="340658" y="3263152"/>
            <a:ext cx="39355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Ricardo Delgado</a:t>
            </a:r>
          </a:p>
          <a:p>
            <a:pPr algn="ctr"/>
            <a:r>
              <a:rPr lang="en-US">
                <a:ea typeface="+mn-lt"/>
                <a:cs typeface="+mn-lt"/>
                <a:hlinkClick r:id="rId4"/>
              </a:rPr>
              <a:t>Ricardo.Delgado@resideo.com</a:t>
            </a:r>
          </a:p>
        </p:txBody>
      </p:sp>
      <p:sp>
        <p:nvSpPr>
          <p:cNvPr id="8" name="TextBox 7">
            <a:extLst>
              <a:ext uri="{FF2B5EF4-FFF2-40B4-BE49-F238E27FC236}">
                <a16:creationId xmlns:a16="http://schemas.microsoft.com/office/drawing/2014/main" id="{28AE96FD-9421-4A53-B50F-DDA59252A17B}"/>
              </a:ext>
            </a:extLst>
          </p:cNvPr>
          <p:cNvSpPr txBox="1"/>
          <p:nvPr/>
        </p:nvSpPr>
        <p:spPr>
          <a:xfrm>
            <a:off x="4545104" y="3200399"/>
            <a:ext cx="42492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Andrea Martínez</a:t>
            </a:r>
          </a:p>
          <a:p>
            <a:pPr algn="ctr"/>
            <a:r>
              <a:rPr lang="en-US">
                <a:ea typeface="+mn-lt"/>
                <a:cs typeface="+mn-lt"/>
                <a:hlinkClick r:id="rId5"/>
              </a:rPr>
              <a:t>AndreaMariana.Martinez@resideo.com</a:t>
            </a:r>
          </a:p>
        </p:txBody>
      </p:sp>
      <p:sp>
        <p:nvSpPr>
          <p:cNvPr id="9" name="TextBox 8">
            <a:extLst>
              <a:ext uri="{FF2B5EF4-FFF2-40B4-BE49-F238E27FC236}">
                <a16:creationId xmlns:a16="http://schemas.microsoft.com/office/drawing/2014/main" id="{85532A79-B945-4380-BCD8-494075FDD89A}"/>
              </a:ext>
            </a:extLst>
          </p:cNvPr>
          <p:cNvSpPr txBox="1"/>
          <p:nvPr/>
        </p:nvSpPr>
        <p:spPr>
          <a:xfrm>
            <a:off x="2492186" y="4464422"/>
            <a:ext cx="39355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Luis Rojas</a:t>
            </a:r>
          </a:p>
          <a:p>
            <a:pPr algn="ctr"/>
            <a:r>
              <a:rPr lang="en-US">
                <a:ea typeface="+mn-lt"/>
                <a:cs typeface="+mn-lt"/>
                <a:hlinkClick r:id="rId6"/>
              </a:rPr>
              <a:t>LuisEmmanuel.Rojas@resideo.com</a:t>
            </a:r>
          </a:p>
        </p:txBody>
      </p:sp>
      <p:sp>
        <p:nvSpPr>
          <p:cNvPr id="2" name="TextBox 1">
            <a:extLst>
              <a:ext uri="{FF2B5EF4-FFF2-40B4-BE49-F238E27FC236}">
                <a16:creationId xmlns:a16="http://schemas.microsoft.com/office/drawing/2014/main" id="{1AC561F9-0487-4C80-8897-24889C78ADCA}"/>
              </a:ext>
            </a:extLst>
          </p:cNvPr>
          <p:cNvSpPr txBox="1"/>
          <p:nvPr/>
        </p:nvSpPr>
        <p:spPr>
          <a:xfrm>
            <a:off x="1727888" y="5651156"/>
            <a:ext cx="657379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Please feel free to contact any of us</a:t>
            </a:r>
            <a:endParaRPr lang="en-US" sz="2800">
              <a:cs typeface="Arial"/>
            </a:endParaRPr>
          </a:p>
        </p:txBody>
      </p:sp>
    </p:spTree>
    <p:extLst>
      <p:ext uri="{BB962C8B-B14F-4D97-AF65-F5344CB8AC3E}">
        <p14:creationId xmlns:p14="http://schemas.microsoft.com/office/powerpoint/2010/main" val="4174506908"/>
      </p:ext>
    </p:extLst>
  </p:cSld>
  <p:clrMapOvr>
    <a:masterClrMapping/>
  </p:clrMapOvr>
</p:sld>
</file>

<file path=ppt/theme/theme1.xml><?xml version="1.0" encoding="utf-8"?>
<a:theme xmlns:a="http://schemas.openxmlformats.org/drawingml/2006/main" name="Resideo – Cover Theme 1">
  <a:themeElements>
    <a:clrScheme name="FINAL-RESIDEO">
      <a:dk1>
        <a:srgbClr val="000000"/>
      </a:dk1>
      <a:lt1>
        <a:srgbClr val="FFFFFF"/>
      </a:lt1>
      <a:dk2>
        <a:srgbClr val="EE3024"/>
      </a:dk2>
      <a:lt2>
        <a:srgbClr val="10069F"/>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sideo – Cover Theme 2">
  <a:themeElements>
    <a:clrScheme name="FINAL-RESIDEO">
      <a:dk1>
        <a:srgbClr val="000000"/>
      </a:dk1>
      <a:lt1>
        <a:srgbClr val="FFFFFF"/>
      </a:lt1>
      <a:dk2>
        <a:srgbClr val="EE3024"/>
      </a:dk2>
      <a:lt2>
        <a:srgbClr val="10069F"/>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Resideo – Page Template 2">
  <a:themeElements>
    <a:clrScheme name="FINAL-RESIDEO">
      <a:dk1>
        <a:srgbClr val="000000"/>
      </a:dk1>
      <a:lt1>
        <a:srgbClr val="FFFFFF"/>
      </a:lt1>
      <a:dk2>
        <a:srgbClr val="EE3024"/>
      </a:dk2>
      <a:lt2>
        <a:srgbClr val="10069F"/>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Resideo – Speciality Slides 1">
  <a:themeElements>
    <a:clrScheme name="FINAL-RESIDEO">
      <a:dk1>
        <a:srgbClr val="000000"/>
      </a:dk1>
      <a:lt1>
        <a:srgbClr val="FFFFFF"/>
      </a:lt1>
      <a:dk2>
        <a:srgbClr val="EE3024"/>
      </a:dk2>
      <a:lt2>
        <a:srgbClr val="10069F"/>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Resideo – Speciality Slides 2">
  <a:themeElements>
    <a:clrScheme name="FINAL-RESIDEO">
      <a:dk1>
        <a:srgbClr val="000000"/>
      </a:dk1>
      <a:lt1>
        <a:srgbClr val="FFFFFF"/>
      </a:lt1>
      <a:dk2>
        <a:srgbClr val="EE3024"/>
      </a:dk2>
      <a:lt2>
        <a:srgbClr val="10069F"/>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Resideo – Speciality Slides 3">
  <a:themeElements>
    <a:clrScheme name="FINAL-RESIDEO">
      <a:dk1>
        <a:srgbClr val="000000"/>
      </a:dk1>
      <a:lt1>
        <a:srgbClr val="FFFFFF"/>
      </a:lt1>
      <a:dk2>
        <a:srgbClr val="EE3024"/>
      </a:dk2>
      <a:lt2>
        <a:srgbClr val="10069F"/>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SIDEO_DLS_PPT_01" id="{4E60CA62-D5A5-F140-899E-CA6AC7BC53A0}" vid="{C0F11B27-E924-714A-9C9D-2C72C91EEE9A}"/>
    </a:ext>
  </a:extLst>
</a:theme>
</file>

<file path=ppt/theme/theme7.xml><?xml version="1.0" encoding="utf-8"?>
<a:theme xmlns:a="http://schemas.openxmlformats.org/drawingml/2006/main" name="Resideo – Speciality Slides 4">
  <a:themeElements>
    <a:clrScheme name="FINAL-RESIDEO">
      <a:dk1>
        <a:srgbClr val="000000"/>
      </a:dk1>
      <a:lt1>
        <a:srgbClr val="FFFFFF"/>
      </a:lt1>
      <a:dk2>
        <a:srgbClr val="EE3024"/>
      </a:dk2>
      <a:lt2>
        <a:srgbClr val="10069F"/>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Resideo – Speciality Slides 5">
  <a:themeElements>
    <a:clrScheme name="FINAL-RESIDEO">
      <a:dk1>
        <a:srgbClr val="000000"/>
      </a:dk1>
      <a:lt1>
        <a:srgbClr val="FFFFFF"/>
      </a:lt1>
      <a:dk2>
        <a:srgbClr val="EE3024"/>
      </a:dk2>
      <a:lt2>
        <a:srgbClr val="10069F"/>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627D652ECF16F40ADBE374E3D3D87F6" ma:contentTypeVersion="4" ma:contentTypeDescription="Create a new document." ma:contentTypeScope="" ma:versionID="a82faf83e130f03aec18d17d2520a96e">
  <xsd:schema xmlns:xsd="http://www.w3.org/2001/XMLSchema" xmlns:xs="http://www.w3.org/2001/XMLSchema" xmlns:p="http://schemas.microsoft.com/office/2006/metadata/properties" xmlns:ns2="fb007535-a6a4-4ea0-86da-29f43c46b391" xmlns:ns3="b4c971ed-d55e-45d5-823f-e5f0a4d5378a" targetNamespace="http://schemas.microsoft.com/office/2006/metadata/properties" ma:root="true" ma:fieldsID="87a257aab2ea2865cd171ccfb5db57b0" ns2:_="" ns3:_="">
    <xsd:import namespace="fb007535-a6a4-4ea0-86da-29f43c46b391"/>
    <xsd:import namespace="b4c971ed-d55e-45d5-823f-e5f0a4d5378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007535-a6a4-4ea0-86da-29f43c46b3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4c971ed-d55e-45d5-823f-e5f0a4d5378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b4c971ed-d55e-45d5-823f-e5f0a4d5378a">
      <UserInfo>
        <DisplayName>Pina, Rodolfo</DisplayName>
        <AccountId>12</AccountId>
        <AccountType/>
      </UserInfo>
      <UserInfo>
        <DisplayName>Delgado, Ricardo Alfonso</DisplayName>
        <AccountId>14</AccountId>
        <AccountType/>
      </UserInfo>
    </SharedWithUsers>
  </documentManagement>
</p:properties>
</file>

<file path=customXml/itemProps1.xml><?xml version="1.0" encoding="utf-8"?>
<ds:datastoreItem xmlns:ds="http://schemas.openxmlformats.org/officeDocument/2006/customXml" ds:itemID="{61C391E8-CEE3-493E-A280-B2FA0C0FB2C4}">
  <ds:schemaRefs>
    <ds:schemaRef ds:uri="http://schemas.microsoft.com/sharepoint/v3/contenttype/forms"/>
  </ds:schemaRefs>
</ds:datastoreItem>
</file>

<file path=customXml/itemProps2.xml><?xml version="1.0" encoding="utf-8"?>
<ds:datastoreItem xmlns:ds="http://schemas.openxmlformats.org/officeDocument/2006/customXml" ds:itemID="{95D3E14C-E96D-4990-ACC1-D65AABE4BC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b007535-a6a4-4ea0-86da-29f43c46b391"/>
    <ds:schemaRef ds:uri="b4c971ed-d55e-45d5-823f-e5f0a4d537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3BE5BBB-AB93-4488-BEF2-412A5688D690}">
  <ds:schemaRef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fb007535-a6a4-4ea0-86da-29f43c46b391"/>
    <ds:schemaRef ds:uri="http://purl.org/dc/elements/1.1/"/>
    <ds:schemaRef ds:uri="http://schemas.microsoft.com/office/2006/metadata/properties"/>
    <ds:schemaRef ds:uri="b4c971ed-d55e-45d5-823f-e5f0a4d5378a"/>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31</TotalTime>
  <Words>158</Words>
  <Application>Microsoft Office PowerPoint</Application>
  <PresentationFormat>Widescreen</PresentationFormat>
  <Paragraphs>39</Paragraphs>
  <Slides>10</Slides>
  <Notes>0</Notes>
  <HiddenSlides>0</HiddenSlides>
  <MMClips>0</MMClips>
  <ScaleCrop>false</ScaleCrop>
  <HeadingPairs>
    <vt:vector size="6" baseType="variant">
      <vt:variant>
        <vt:lpstr>Fonts Used</vt:lpstr>
      </vt:variant>
      <vt:variant>
        <vt:i4>3</vt:i4>
      </vt:variant>
      <vt:variant>
        <vt:lpstr>Theme</vt:lpstr>
      </vt:variant>
      <vt:variant>
        <vt:i4>8</vt:i4>
      </vt:variant>
      <vt:variant>
        <vt:lpstr>Slide Titles</vt:lpstr>
      </vt:variant>
      <vt:variant>
        <vt:i4>10</vt:i4>
      </vt:variant>
    </vt:vector>
  </HeadingPairs>
  <TitlesOfParts>
    <vt:vector size="21" baseType="lpstr">
      <vt:lpstr>Arial</vt:lpstr>
      <vt:lpstr>Calibri</vt:lpstr>
      <vt:lpstr>Franklin Gothic Demi</vt:lpstr>
      <vt:lpstr>Resideo – Cover Theme 1</vt:lpstr>
      <vt:lpstr>Resideo – Cover Theme 2</vt:lpstr>
      <vt:lpstr>Resideo – Page Template 2</vt:lpstr>
      <vt:lpstr>Resideo – Speciality Slides 1</vt:lpstr>
      <vt:lpstr>Resideo – Speciality Slides 2</vt:lpstr>
      <vt:lpstr>Resideo – Speciality Slides 3</vt:lpstr>
      <vt:lpstr>Resideo – Speciality Slides 4</vt:lpstr>
      <vt:lpstr>Resideo – Speciality Slides 5</vt:lpstr>
      <vt:lpstr>Version Control System (VCS)</vt:lpstr>
      <vt:lpstr>Contents</vt:lpstr>
      <vt:lpstr>What is VCS?</vt:lpstr>
      <vt:lpstr>Why use VCS?</vt:lpstr>
      <vt:lpstr>How to VCS?</vt:lpstr>
      <vt:lpstr>Git vs SVN</vt:lpstr>
      <vt:lpstr>GitHub</vt:lpstr>
      <vt:lpstr>Client</vt:lpstr>
      <vt:lpstr>Sources</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Ranjan, Animesh</dc:creator>
  <cp:lastModifiedBy>Delgado, Ricardo Alfonso</cp:lastModifiedBy>
  <cp:revision>13</cp:revision>
  <dcterms:created xsi:type="dcterms:W3CDTF">2019-01-28T08:23:47Z</dcterms:created>
  <dcterms:modified xsi:type="dcterms:W3CDTF">2019-08-20T22:24:32Z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0x0101008627D652ECF16F40ADBE374E3D3D87F6</vt:lpwstr>
  </property>
</Properties>
</file>